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0"/>
  </p:notesMasterIdLst>
  <p:handoutMasterIdLst>
    <p:handoutMasterId r:id="rId21"/>
  </p:handoutMasterIdLst>
  <p:sldIdLst>
    <p:sldId id="141168164" r:id="rId3"/>
    <p:sldId id="141168166" r:id="rId4"/>
    <p:sldId id="141168160" r:id="rId5"/>
    <p:sldId id="141168186" r:id="rId6"/>
    <p:sldId id="141168177" r:id="rId7"/>
    <p:sldId id="141168184" r:id="rId8"/>
    <p:sldId id="141168187" r:id="rId9"/>
    <p:sldId id="141168167" r:id="rId10"/>
    <p:sldId id="141168174" r:id="rId11"/>
    <p:sldId id="141168173" r:id="rId12"/>
    <p:sldId id="141168170" r:id="rId13"/>
    <p:sldId id="141168171" r:id="rId14"/>
    <p:sldId id="141168178" r:id="rId15"/>
    <p:sldId id="141168172" r:id="rId16"/>
    <p:sldId id="141168185" r:id="rId17"/>
    <p:sldId id="141168168" r:id="rId18"/>
    <p:sldId id="141168169" r:id="rId19"/>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39" autoAdjust="0"/>
    <p:restoredTop sz="95707"/>
  </p:normalViewPr>
  <p:slideViewPr>
    <p:cSldViewPr snapToObjects="1">
      <p:cViewPr varScale="1">
        <p:scale>
          <a:sx n="87" d="100"/>
          <a:sy n="87" d="100"/>
        </p:scale>
        <p:origin x="208" y="272"/>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3/3/26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3/3/26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FD673-BBF5-18DA-9C17-0DF2FBAC550F}"/>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EF5BDDCB-C3DE-12AC-1EAA-1866CD7F8C84}"/>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Quantum Threat Models</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E242639-068F-754E-4840-E60A4C7C5A2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599" y="838200"/>
            <a:ext cx="14114117" cy="6858000"/>
          </a:xfrm>
          <a:prstGeom prst="rect">
            <a:avLst/>
          </a:prstGeom>
        </p:spPr>
      </p:pic>
    </p:spTree>
    <p:extLst>
      <p:ext uri="{BB962C8B-B14F-4D97-AF65-F5344CB8AC3E}">
        <p14:creationId xmlns:p14="http://schemas.microsoft.com/office/powerpoint/2010/main" val="8220861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nvGraphicFramePr>
        <p:xfrm>
          <a:off x="457200" y="664316"/>
          <a:ext cx="13487400" cy="7412884"/>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46022">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1008242">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838200">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24754">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9449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1074861">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QSRI: Quantum-Security Readiness Index Assessment</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04FE2F3-9C49-0726-B38F-D3A4971C71E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833100" y="838201"/>
            <a:ext cx="3797300" cy="6858000"/>
          </a:xfrm>
          <a:prstGeom prst="rect">
            <a:avLst/>
          </a:prstGeom>
        </p:spPr>
      </p:pic>
      <p:pic>
        <p:nvPicPr>
          <p:cNvPr id="6" name="Picture 5">
            <a:extLst>
              <a:ext uri="{FF2B5EF4-FFF2-40B4-BE49-F238E27FC236}">
                <a16:creationId xmlns:a16="http://schemas.microsoft.com/office/drawing/2014/main" id="{9363C290-DB35-9ADE-6903-6D587707EBD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24800" y="4342557"/>
            <a:ext cx="2859116" cy="3353643"/>
          </a:xfrm>
          <a:prstGeom prst="rect">
            <a:avLst/>
          </a:prstGeom>
        </p:spPr>
      </p:pic>
      <p:pic>
        <p:nvPicPr>
          <p:cNvPr id="7" name="Picture 6">
            <a:extLst>
              <a:ext uri="{FF2B5EF4-FFF2-40B4-BE49-F238E27FC236}">
                <a16:creationId xmlns:a16="http://schemas.microsoft.com/office/drawing/2014/main" id="{C484CE17-293B-898B-F4B3-A5FEE947AD3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07703" y="840699"/>
            <a:ext cx="2893310" cy="3501858"/>
          </a:xfrm>
          <a:prstGeom prst="rect">
            <a:avLst/>
          </a:prstGeom>
        </p:spPr>
      </p:pic>
      <p:pic>
        <p:nvPicPr>
          <p:cNvPr id="8" name="Picture 7">
            <a:extLst>
              <a:ext uri="{FF2B5EF4-FFF2-40B4-BE49-F238E27FC236}">
                <a16:creationId xmlns:a16="http://schemas.microsoft.com/office/drawing/2014/main" id="{054B9FB9-16B0-CFF8-4FF4-33426189EEB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3216" y="838201"/>
            <a:ext cx="7772400" cy="6858000"/>
          </a:xfrm>
          <a:prstGeom prst="rect">
            <a:avLst/>
          </a:prstGeom>
        </p:spPr>
      </p:pic>
    </p:spTree>
    <p:extLst>
      <p:ext uri="{BB962C8B-B14F-4D97-AF65-F5344CB8AC3E}">
        <p14:creationId xmlns:p14="http://schemas.microsoft.com/office/powerpoint/2010/main" val="154760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7732</TotalTime>
  <Words>1887</Words>
  <Application>Microsoft Macintosh PowerPoint</Application>
  <PresentationFormat>Custom</PresentationFormat>
  <Paragraphs>255</Paragraphs>
  <Slides>17</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17</vt:i4>
      </vt:variant>
    </vt:vector>
  </HeadingPairs>
  <TitlesOfParts>
    <vt:vector size="28"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253</cp:revision>
  <cp:lastPrinted>2017-10-24T19:02:10Z</cp:lastPrinted>
  <dcterms:created xsi:type="dcterms:W3CDTF">2019-03-19T20:16:43Z</dcterms:created>
  <dcterms:modified xsi:type="dcterms:W3CDTF">2026-03-03T10:58:09Z</dcterms:modified>
</cp:coreProperties>
</file>