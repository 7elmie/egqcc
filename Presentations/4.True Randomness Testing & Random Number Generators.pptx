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4" r:id="rId8"/>
    <p:sldId id="263" r:id="rId9"/>
    <p:sldId id="265" r:id="rId10"/>
    <p:sldId id="268" r:id="rId11"/>
    <p:sldId id="269" r:id="rId12"/>
    <p:sldId id="272" r:id="rId13"/>
    <p:sldId id="273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DE9F429-4BDD-2F4E-8483-D39FD763D148}" v="7" dt="2026-01-20T10:34:28.13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765"/>
    <p:restoredTop sz="95694"/>
  </p:normalViewPr>
  <p:slideViewPr>
    <p:cSldViewPr snapToGrid="0" snapToObjects="1">
      <p:cViewPr varScale="1">
        <p:scale>
          <a:sx n="108" d="100"/>
          <a:sy n="108" d="100"/>
        </p:scale>
        <p:origin x="392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meh Saeed" userId="2c0a189a-0f7c-4206-8181-9a10555249db" providerId="ADAL" clId="{852638DA-3B48-5304-BB1F-24E51C1A5FD3}"/>
    <pc:docChg chg="custSel delSld modSld sldOrd">
      <pc:chgData name="Sameh Saeed" userId="2c0a189a-0f7c-4206-8181-9a10555249db" providerId="ADAL" clId="{852638DA-3B48-5304-BB1F-24E51C1A5FD3}" dt="2026-01-20T10:34:55.237" v="360" actId="20577"/>
      <pc:docMkLst>
        <pc:docMk/>
      </pc:docMkLst>
      <pc:sldChg chg="modSp mod">
        <pc:chgData name="Sameh Saeed" userId="2c0a189a-0f7c-4206-8181-9a10555249db" providerId="ADAL" clId="{852638DA-3B48-5304-BB1F-24E51C1A5FD3}" dt="2026-01-20T10:12:40.639" v="4" actId="403"/>
        <pc:sldMkLst>
          <pc:docMk/>
          <pc:sldMk cId="0" sldId="256"/>
        </pc:sldMkLst>
        <pc:spChg chg="mod">
          <ac:chgData name="Sameh Saeed" userId="2c0a189a-0f7c-4206-8181-9a10555249db" providerId="ADAL" clId="{852638DA-3B48-5304-BB1F-24E51C1A5FD3}" dt="2026-01-20T10:12:40.639" v="4" actId="403"/>
          <ac:spMkLst>
            <pc:docMk/>
            <pc:sldMk cId="0" sldId="256"/>
            <ac:spMk id="2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2:40.639" v="4" actId="403"/>
          <ac:spMkLst>
            <pc:docMk/>
            <pc:sldMk cId="0" sldId="256"/>
            <ac:spMk id="6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2:40.639" v="4" actId="403"/>
          <ac:spMkLst>
            <pc:docMk/>
            <pc:sldMk cId="0" sldId="256"/>
            <ac:spMk id="7" creationId="{00000000-0000-0000-0000-000000000000}"/>
          </ac:spMkLst>
        </pc:spChg>
      </pc:sldChg>
      <pc:sldChg chg="addSp delSp modSp mod">
        <pc:chgData name="Sameh Saeed" userId="2c0a189a-0f7c-4206-8181-9a10555249db" providerId="ADAL" clId="{852638DA-3B48-5304-BB1F-24E51C1A5FD3}" dt="2026-01-20T10:32:51.789" v="343" actId="1038"/>
        <pc:sldMkLst>
          <pc:docMk/>
          <pc:sldMk cId="0" sldId="257"/>
        </pc:sldMkLst>
        <pc:spChg chg="mod">
          <ac:chgData name="Sameh Saeed" userId="2c0a189a-0f7c-4206-8181-9a10555249db" providerId="ADAL" clId="{852638DA-3B48-5304-BB1F-24E51C1A5FD3}" dt="2026-01-20T10:12:50.110" v="7" actId="403"/>
          <ac:spMkLst>
            <pc:docMk/>
            <pc:sldMk cId="0" sldId="257"/>
            <ac:spMk id="2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31:56.494" v="296" actId="1035"/>
          <ac:spMkLst>
            <pc:docMk/>
            <pc:sldMk cId="0" sldId="257"/>
            <ac:spMk id="5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32:51.789" v="343" actId="1038"/>
          <ac:spMkLst>
            <pc:docMk/>
            <pc:sldMk cId="0" sldId="257"/>
            <ac:spMk id="6" creationId="{00000000-0000-0000-0000-000000000000}"/>
          </ac:spMkLst>
        </pc:spChg>
        <pc:spChg chg="del mod">
          <ac:chgData name="Sameh Saeed" userId="2c0a189a-0f7c-4206-8181-9a10555249db" providerId="ADAL" clId="{852638DA-3B48-5304-BB1F-24E51C1A5FD3}" dt="2026-01-20T10:31:32.968" v="269" actId="478"/>
          <ac:spMkLst>
            <pc:docMk/>
            <pc:sldMk cId="0" sldId="257"/>
            <ac:spMk id="7" creationId="{00000000-0000-0000-0000-000000000000}"/>
          </ac:spMkLst>
        </pc:spChg>
        <pc:spChg chg="del mod">
          <ac:chgData name="Sameh Saeed" userId="2c0a189a-0f7c-4206-8181-9a10555249db" providerId="ADAL" clId="{852638DA-3B48-5304-BB1F-24E51C1A5FD3}" dt="2026-01-20T10:31:32.968" v="269" actId="478"/>
          <ac:spMkLst>
            <pc:docMk/>
            <pc:sldMk cId="0" sldId="257"/>
            <ac:spMk id="8" creationId="{00000000-0000-0000-0000-000000000000}"/>
          </ac:spMkLst>
        </pc:spChg>
        <pc:spChg chg="del mod">
          <ac:chgData name="Sameh Saeed" userId="2c0a189a-0f7c-4206-8181-9a10555249db" providerId="ADAL" clId="{852638DA-3B48-5304-BB1F-24E51C1A5FD3}" dt="2026-01-20T10:31:29.080" v="268" actId="478"/>
          <ac:spMkLst>
            <pc:docMk/>
            <pc:sldMk cId="0" sldId="257"/>
            <ac:spMk id="9" creationId="{00000000-0000-0000-0000-000000000000}"/>
          </ac:spMkLst>
        </pc:spChg>
        <pc:spChg chg="del mod">
          <ac:chgData name="Sameh Saeed" userId="2c0a189a-0f7c-4206-8181-9a10555249db" providerId="ADAL" clId="{852638DA-3B48-5304-BB1F-24E51C1A5FD3}" dt="2026-01-20T10:31:29.080" v="268" actId="478"/>
          <ac:spMkLst>
            <pc:docMk/>
            <pc:sldMk cId="0" sldId="257"/>
            <ac:spMk id="10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32:14.653" v="324" actId="1038"/>
          <ac:spMkLst>
            <pc:docMk/>
            <pc:sldMk cId="0" sldId="257"/>
            <ac:spMk id="12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32:14.653" v="324" actId="1038"/>
          <ac:spMkLst>
            <pc:docMk/>
            <pc:sldMk cId="0" sldId="257"/>
            <ac:spMk id="13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32:14.653" v="324" actId="1038"/>
          <ac:spMkLst>
            <pc:docMk/>
            <pc:sldMk cId="0" sldId="257"/>
            <ac:spMk id="15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32:14.653" v="324" actId="1038"/>
          <ac:spMkLst>
            <pc:docMk/>
            <pc:sldMk cId="0" sldId="257"/>
            <ac:spMk id="16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32:34.312" v="325" actId="1076"/>
          <ac:spMkLst>
            <pc:docMk/>
            <pc:sldMk cId="0" sldId="257"/>
            <ac:spMk id="18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32:34.312" v="325" actId="1076"/>
          <ac:spMkLst>
            <pc:docMk/>
            <pc:sldMk cId="0" sldId="257"/>
            <ac:spMk id="19" creationId="{00000000-0000-0000-0000-000000000000}"/>
          </ac:spMkLst>
        </pc:spChg>
        <pc:picChg chg="del">
          <ac:chgData name="Sameh Saeed" userId="2c0a189a-0f7c-4206-8181-9a10555249db" providerId="ADAL" clId="{852638DA-3B48-5304-BB1F-24E51C1A5FD3}" dt="2026-01-20T10:31:35.798" v="270" actId="478"/>
          <ac:picMkLst>
            <pc:docMk/>
            <pc:sldMk cId="0" sldId="257"/>
            <ac:picMk id="4" creationId="{00000000-0000-0000-0000-000000000000}"/>
          </ac:picMkLst>
        </pc:picChg>
        <pc:picChg chg="mod">
          <ac:chgData name="Sameh Saeed" userId="2c0a189a-0f7c-4206-8181-9a10555249db" providerId="ADAL" clId="{852638DA-3B48-5304-BB1F-24E51C1A5FD3}" dt="2026-01-20T10:32:14.653" v="324" actId="1038"/>
          <ac:picMkLst>
            <pc:docMk/>
            <pc:sldMk cId="0" sldId="257"/>
            <ac:picMk id="11" creationId="{00000000-0000-0000-0000-000000000000}"/>
          </ac:picMkLst>
        </pc:picChg>
        <pc:picChg chg="mod">
          <ac:chgData name="Sameh Saeed" userId="2c0a189a-0f7c-4206-8181-9a10555249db" providerId="ADAL" clId="{852638DA-3B48-5304-BB1F-24E51C1A5FD3}" dt="2026-01-20T10:32:14.653" v="324" actId="1038"/>
          <ac:picMkLst>
            <pc:docMk/>
            <pc:sldMk cId="0" sldId="257"/>
            <ac:picMk id="14" creationId="{00000000-0000-0000-0000-000000000000}"/>
          </ac:picMkLst>
        </pc:picChg>
        <pc:picChg chg="mod">
          <ac:chgData name="Sameh Saeed" userId="2c0a189a-0f7c-4206-8181-9a10555249db" providerId="ADAL" clId="{852638DA-3B48-5304-BB1F-24E51C1A5FD3}" dt="2026-01-20T10:32:34.312" v="325" actId="1076"/>
          <ac:picMkLst>
            <pc:docMk/>
            <pc:sldMk cId="0" sldId="257"/>
            <ac:picMk id="17" creationId="{00000000-0000-0000-0000-000000000000}"/>
          </ac:picMkLst>
        </pc:picChg>
        <pc:picChg chg="add mod">
          <ac:chgData name="Sameh Saeed" userId="2c0a189a-0f7c-4206-8181-9a10555249db" providerId="ADAL" clId="{852638DA-3B48-5304-BB1F-24E51C1A5FD3}" dt="2026-01-20T10:32:44.197" v="329" actId="14100"/>
          <ac:picMkLst>
            <pc:docMk/>
            <pc:sldMk cId="0" sldId="257"/>
            <ac:picMk id="20" creationId="{199891DE-4828-0516-95E8-38051C082609}"/>
          </ac:picMkLst>
        </pc:picChg>
      </pc:sldChg>
      <pc:sldChg chg="addSp delSp modSp mod">
        <pc:chgData name="Sameh Saeed" userId="2c0a189a-0f7c-4206-8181-9a10555249db" providerId="ADAL" clId="{852638DA-3B48-5304-BB1F-24E51C1A5FD3}" dt="2026-01-20T10:23:38.417" v="171" actId="14100"/>
        <pc:sldMkLst>
          <pc:docMk/>
          <pc:sldMk cId="0" sldId="258"/>
        </pc:sldMkLst>
        <pc:spChg chg="mod">
          <ac:chgData name="Sameh Saeed" userId="2c0a189a-0f7c-4206-8181-9a10555249db" providerId="ADAL" clId="{852638DA-3B48-5304-BB1F-24E51C1A5FD3}" dt="2026-01-20T10:23:23.499" v="154" actId="1035"/>
          <ac:spMkLst>
            <pc:docMk/>
            <pc:sldMk cId="0" sldId="258"/>
            <ac:spMk id="2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3:28.547" v="168" actId="1035"/>
          <ac:spMkLst>
            <pc:docMk/>
            <pc:sldMk cId="0" sldId="258"/>
            <ac:spMk id="7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3:28.547" v="168" actId="1035"/>
          <ac:spMkLst>
            <pc:docMk/>
            <pc:sldMk cId="0" sldId="258"/>
            <ac:spMk id="9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3:28.547" v="168" actId="1035"/>
          <ac:spMkLst>
            <pc:docMk/>
            <pc:sldMk cId="0" sldId="258"/>
            <ac:spMk id="11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3:28.547" v="168" actId="1035"/>
          <ac:spMkLst>
            <pc:docMk/>
            <pc:sldMk cId="0" sldId="258"/>
            <ac:spMk id="15" creationId="{00000000-0000-0000-0000-000000000000}"/>
          </ac:spMkLst>
        </pc:spChg>
        <pc:spChg chg="del mod">
          <ac:chgData name="Sameh Saeed" userId="2c0a189a-0f7c-4206-8181-9a10555249db" providerId="ADAL" clId="{852638DA-3B48-5304-BB1F-24E51C1A5FD3}" dt="2026-01-20T10:21:34.397" v="136" actId="478"/>
          <ac:spMkLst>
            <pc:docMk/>
            <pc:sldMk cId="0" sldId="258"/>
            <ac:spMk id="16" creationId="{00000000-0000-0000-0000-000000000000}"/>
          </ac:spMkLst>
        </pc:spChg>
        <pc:spChg chg="del">
          <ac:chgData name="Sameh Saeed" userId="2c0a189a-0f7c-4206-8181-9a10555249db" providerId="ADAL" clId="{852638DA-3B48-5304-BB1F-24E51C1A5FD3}" dt="2026-01-20T10:21:34.397" v="136" actId="478"/>
          <ac:spMkLst>
            <pc:docMk/>
            <pc:sldMk cId="0" sldId="258"/>
            <ac:spMk id="17" creationId="{00000000-0000-0000-0000-000000000000}"/>
          </ac:spMkLst>
        </pc:spChg>
        <pc:spChg chg="del mod">
          <ac:chgData name="Sameh Saeed" userId="2c0a189a-0f7c-4206-8181-9a10555249db" providerId="ADAL" clId="{852638DA-3B48-5304-BB1F-24E51C1A5FD3}" dt="2026-01-20T10:21:34.397" v="136" actId="478"/>
          <ac:spMkLst>
            <pc:docMk/>
            <pc:sldMk cId="0" sldId="258"/>
            <ac:spMk id="18" creationId="{00000000-0000-0000-0000-000000000000}"/>
          </ac:spMkLst>
        </pc:spChg>
        <pc:spChg chg="del">
          <ac:chgData name="Sameh Saeed" userId="2c0a189a-0f7c-4206-8181-9a10555249db" providerId="ADAL" clId="{852638DA-3B48-5304-BB1F-24E51C1A5FD3}" dt="2026-01-20T10:21:34.397" v="136" actId="478"/>
          <ac:spMkLst>
            <pc:docMk/>
            <pc:sldMk cId="0" sldId="258"/>
            <ac:spMk id="19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3:28.547" v="168" actId="1035"/>
          <ac:spMkLst>
            <pc:docMk/>
            <pc:sldMk cId="0" sldId="258"/>
            <ac:spMk id="21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3:28.547" v="168" actId="1035"/>
          <ac:spMkLst>
            <pc:docMk/>
            <pc:sldMk cId="0" sldId="258"/>
            <ac:spMk id="23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3:28.547" v="168" actId="1035"/>
          <ac:spMkLst>
            <pc:docMk/>
            <pc:sldMk cId="0" sldId="258"/>
            <ac:spMk id="25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3:28.547" v="168" actId="1035"/>
          <ac:spMkLst>
            <pc:docMk/>
            <pc:sldMk cId="0" sldId="258"/>
            <ac:spMk id="27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3:28.547" v="168" actId="1035"/>
          <ac:spMkLst>
            <pc:docMk/>
            <pc:sldMk cId="0" sldId="258"/>
            <ac:spMk id="29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3:28.547" v="168" actId="1035"/>
          <ac:spMkLst>
            <pc:docMk/>
            <pc:sldMk cId="0" sldId="258"/>
            <ac:spMk id="31" creationId="{00000000-0000-0000-0000-000000000000}"/>
          </ac:spMkLst>
        </pc:spChg>
        <pc:spChg chg="del mod">
          <ac:chgData name="Sameh Saeed" userId="2c0a189a-0f7c-4206-8181-9a10555249db" providerId="ADAL" clId="{852638DA-3B48-5304-BB1F-24E51C1A5FD3}" dt="2026-01-20T10:21:34.397" v="136" actId="478"/>
          <ac:spMkLst>
            <pc:docMk/>
            <pc:sldMk cId="0" sldId="258"/>
            <ac:spMk id="32" creationId="{00000000-0000-0000-0000-000000000000}"/>
          </ac:spMkLst>
        </pc:spChg>
        <pc:spChg chg="del">
          <ac:chgData name="Sameh Saeed" userId="2c0a189a-0f7c-4206-8181-9a10555249db" providerId="ADAL" clId="{852638DA-3B48-5304-BB1F-24E51C1A5FD3}" dt="2026-01-20T10:21:34.397" v="136" actId="478"/>
          <ac:spMkLst>
            <pc:docMk/>
            <pc:sldMk cId="0" sldId="258"/>
            <ac:spMk id="33" creationId="{00000000-0000-0000-0000-000000000000}"/>
          </ac:spMkLst>
        </pc:spChg>
        <pc:picChg chg="add mod">
          <ac:chgData name="Sameh Saeed" userId="2c0a189a-0f7c-4206-8181-9a10555249db" providerId="ADAL" clId="{852638DA-3B48-5304-BB1F-24E51C1A5FD3}" dt="2026-01-20T10:23:38.417" v="171" actId="14100"/>
          <ac:picMkLst>
            <pc:docMk/>
            <pc:sldMk cId="0" sldId="258"/>
            <ac:picMk id="34" creationId="{EE5853D5-1E54-A1FC-B117-025C17136E40}"/>
          </ac:picMkLst>
        </pc:picChg>
      </pc:sldChg>
      <pc:sldChg chg="modSp mod">
        <pc:chgData name="Sameh Saeed" userId="2c0a189a-0f7c-4206-8181-9a10555249db" providerId="ADAL" clId="{852638DA-3B48-5304-BB1F-24E51C1A5FD3}" dt="2026-01-20T10:24:41.953" v="173" actId="403"/>
        <pc:sldMkLst>
          <pc:docMk/>
          <pc:sldMk cId="0" sldId="259"/>
        </pc:sldMkLst>
        <pc:spChg chg="mod">
          <ac:chgData name="Sameh Saeed" userId="2c0a189a-0f7c-4206-8181-9a10555249db" providerId="ADAL" clId="{852638DA-3B48-5304-BB1F-24E51C1A5FD3}" dt="2026-01-20T10:13:19.707" v="13" actId="403"/>
          <ac:spMkLst>
            <pc:docMk/>
            <pc:sldMk cId="0" sldId="259"/>
            <ac:spMk id="2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4:41.953" v="173" actId="403"/>
          <ac:spMkLst>
            <pc:docMk/>
            <pc:sldMk cId="0" sldId="259"/>
            <ac:spMk id="3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4:41.953" v="173" actId="403"/>
          <ac:spMkLst>
            <pc:docMk/>
            <pc:sldMk cId="0" sldId="259"/>
            <ac:spMk id="4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4:41.953" v="173" actId="403"/>
          <ac:spMkLst>
            <pc:docMk/>
            <pc:sldMk cId="0" sldId="259"/>
            <ac:spMk id="6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4:41.953" v="173" actId="403"/>
          <ac:spMkLst>
            <pc:docMk/>
            <pc:sldMk cId="0" sldId="259"/>
            <ac:spMk id="8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4:41.953" v="173" actId="403"/>
          <ac:spMkLst>
            <pc:docMk/>
            <pc:sldMk cId="0" sldId="259"/>
            <ac:spMk id="10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4:41.953" v="173" actId="403"/>
          <ac:spMkLst>
            <pc:docMk/>
            <pc:sldMk cId="0" sldId="259"/>
            <ac:spMk id="11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4:41.953" v="173" actId="403"/>
          <ac:spMkLst>
            <pc:docMk/>
            <pc:sldMk cId="0" sldId="259"/>
            <ac:spMk id="14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4:41.953" v="173" actId="403"/>
          <ac:spMkLst>
            <pc:docMk/>
            <pc:sldMk cId="0" sldId="259"/>
            <ac:spMk id="18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4:41.953" v="173" actId="403"/>
          <ac:spMkLst>
            <pc:docMk/>
            <pc:sldMk cId="0" sldId="259"/>
            <ac:spMk id="20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4:41.953" v="173" actId="403"/>
          <ac:spMkLst>
            <pc:docMk/>
            <pc:sldMk cId="0" sldId="259"/>
            <ac:spMk id="21" creationId="{00000000-0000-0000-0000-000000000000}"/>
          </ac:spMkLst>
        </pc:spChg>
      </pc:sldChg>
      <pc:sldChg chg="modSp mod">
        <pc:chgData name="Sameh Saeed" userId="2c0a189a-0f7c-4206-8181-9a10555249db" providerId="ADAL" clId="{852638DA-3B48-5304-BB1F-24E51C1A5FD3}" dt="2026-01-20T10:13:34.874" v="16" actId="403"/>
        <pc:sldMkLst>
          <pc:docMk/>
          <pc:sldMk cId="0" sldId="260"/>
        </pc:sldMkLst>
        <pc:spChg chg="mod">
          <ac:chgData name="Sameh Saeed" userId="2c0a189a-0f7c-4206-8181-9a10555249db" providerId="ADAL" clId="{852638DA-3B48-5304-BB1F-24E51C1A5FD3}" dt="2026-01-20T10:13:34.874" v="16" actId="403"/>
          <ac:spMkLst>
            <pc:docMk/>
            <pc:sldMk cId="0" sldId="260"/>
            <ac:spMk id="2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3:34.874" v="16" actId="403"/>
          <ac:spMkLst>
            <pc:docMk/>
            <pc:sldMk cId="0" sldId="260"/>
            <ac:spMk id="5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3:34.874" v="16" actId="403"/>
          <ac:spMkLst>
            <pc:docMk/>
            <pc:sldMk cId="0" sldId="260"/>
            <ac:spMk id="7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3:34.874" v="16" actId="403"/>
          <ac:spMkLst>
            <pc:docMk/>
            <pc:sldMk cId="0" sldId="260"/>
            <ac:spMk id="11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3:34.874" v="16" actId="403"/>
          <ac:spMkLst>
            <pc:docMk/>
            <pc:sldMk cId="0" sldId="260"/>
            <ac:spMk id="15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3:34.874" v="16" actId="403"/>
          <ac:spMkLst>
            <pc:docMk/>
            <pc:sldMk cId="0" sldId="260"/>
            <ac:spMk id="17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3:34.874" v="16" actId="403"/>
          <ac:spMkLst>
            <pc:docMk/>
            <pc:sldMk cId="0" sldId="260"/>
            <ac:spMk id="20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3:34.874" v="16" actId="403"/>
          <ac:spMkLst>
            <pc:docMk/>
            <pc:sldMk cId="0" sldId="260"/>
            <ac:spMk id="22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3:34.874" v="16" actId="403"/>
          <ac:spMkLst>
            <pc:docMk/>
            <pc:sldMk cId="0" sldId="260"/>
            <ac:spMk id="23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3:34.874" v="16" actId="403"/>
          <ac:spMkLst>
            <pc:docMk/>
            <pc:sldMk cId="0" sldId="260"/>
            <ac:spMk id="25" creationId="{00000000-0000-0000-0000-000000000000}"/>
          </ac:spMkLst>
        </pc:spChg>
      </pc:sldChg>
      <pc:sldChg chg="modSp mod">
        <pc:chgData name="Sameh Saeed" userId="2c0a189a-0f7c-4206-8181-9a10555249db" providerId="ADAL" clId="{852638DA-3B48-5304-BB1F-24E51C1A5FD3}" dt="2026-01-20T10:13:53.425" v="19" actId="403"/>
        <pc:sldMkLst>
          <pc:docMk/>
          <pc:sldMk cId="0" sldId="261"/>
        </pc:sldMkLst>
        <pc:spChg chg="mod">
          <ac:chgData name="Sameh Saeed" userId="2c0a189a-0f7c-4206-8181-9a10555249db" providerId="ADAL" clId="{852638DA-3B48-5304-BB1F-24E51C1A5FD3}" dt="2026-01-20T10:13:53.425" v="19" actId="403"/>
          <ac:spMkLst>
            <pc:docMk/>
            <pc:sldMk cId="0" sldId="261"/>
            <ac:spMk id="4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3:53.425" v="19" actId="403"/>
          <ac:spMkLst>
            <pc:docMk/>
            <pc:sldMk cId="0" sldId="261"/>
            <ac:spMk id="5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3:53.425" v="19" actId="403"/>
          <ac:spMkLst>
            <pc:docMk/>
            <pc:sldMk cId="0" sldId="261"/>
            <ac:spMk id="10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3:53.425" v="19" actId="403"/>
          <ac:spMkLst>
            <pc:docMk/>
            <pc:sldMk cId="0" sldId="261"/>
            <ac:spMk id="13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3:53.425" v="19" actId="403"/>
          <ac:spMkLst>
            <pc:docMk/>
            <pc:sldMk cId="0" sldId="261"/>
            <ac:spMk id="14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3:53.425" v="19" actId="403"/>
          <ac:spMkLst>
            <pc:docMk/>
            <pc:sldMk cId="0" sldId="261"/>
            <ac:spMk id="15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3:53.425" v="19" actId="403"/>
          <ac:spMkLst>
            <pc:docMk/>
            <pc:sldMk cId="0" sldId="261"/>
            <ac:spMk id="20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3:53.425" v="19" actId="403"/>
          <ac:spMkLst>
            <pc:docMk/>
            <pc:sldMk cId="0" sldId="261"/>
            <ac:spMk id="22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3:53.425" v="19" actId="403"/>
          <ac:spMkLst>
            <pc:docMk/>
            <pc:sldMk cId="0" sldId="261"/>
            <ac:spMk id="25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3:53.425" v="19" actId="403"/>
          <ac:spMkLst>
            <pc:docMk/>
            <pc:sldMk cId="0" sldId="261"/>
            <ac:spMk id="26" creationId="{00000000-0000-0000-0000-000000000000}"/>
          </ac:spMkLst>
        </pc:spChg>
      </pc:sldChg>
      <pc:sldChg chg="del">
        <pc:chgData name="Sameh Saeed" userId="2c0a189a-0f7c-4206-8181-9a10555249db" providerId="ADAL" clId="{852638DA-3B48-5304-BB1F-24E51C1A5FD3}" dt="2026-01-20T10:14:00.916" v="20" actId="2696"/>
        <pc:sldMkLst>
          <pc:docMk/>
          <pc:sldMk cId="0" sldId="262"/>
        </pc:sldMkLst>
      </pc:sldChg>
      <pc:sldChg chg="addSp delSp modSp mod">
        <pc:chgData name="Sameh Saeed" userId="2c0a189a-0f7c-4206-8181-9a10555249db" providerId="ADAL" clId="{852638DA-3B48-5304-BB1F-24E51C1A5FD3}" dt="2026-01-20T10:26:31.432" v="214" actId="1076"/>
        <pc:sldMkLst>
          <pc:docMk/>
          <pc:sldMk cId="0" sldId="263"/>
        </pc:sldMkLst>
        <pc:spChg chg="mod">
          <ac:chgData name="Sameh Saeed" userId="2c0a189a-0f7c-4206-8181-9a10555249db" providerId="ADAL" clId="{852638DA-3B48-5304-BB1F-24E51C1A5FD3}" dt="2026-01-20T10:14:09.537" v="23" actId="403"/>
          <ac:spMkLst>
            <pc:docMk/>
            <pc:sldMk cId="0" sldId="263"/>
            <ac:spMk id="2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6:25.890" v="212" actId="1035"/>
          <ac:spMkLst>
            <pc:docMk/>
            <pc:sldMk cId="0" sldId="263"/>
            <ac:spMk id="5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6:25.890" v="212" actId="1035"/>
          <ac:spMkLst>
            <pc:docMk/>
            <pc:sldMk cId="0" sldId="263"/>
            <ac:spMk id="7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6:25.890" v="212" actId="1035"/>
          <ac:spMkLst>
            <pc:docMk/>
            <pc:sldMk cId="0" sldId="263"/>
            <ac:spMk id="9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6:25.890" v="212" actId="1035"/>
          <ac:spMkLst>
            <pc:docMk/>
            <pc:sldMk cId="0" sldId="263"/>
            <ac:spMk id="11" creationId="{00000000-0000-0000-0000-000000000000}"/>
          </ac:spMkLst>
        </pc:spChg>
        <pc:spChg chg="del mod">
          <ac:chgData name="Sameh Saeed" userId="2c0a189a-0f7c-4206-8181-9a10555249db" providerId="ADAL" clId="{852638DA-3B48-5304-BB1F-24E51C1A5FD3}" dt="2026-01-20T10:26:11.764" v="178" actId="478"/>
          <ac:spMkLst>
            <pc:docMk/>
            <pc:sldMk cId="0" sldId="263"/>
            <ac:spMk id="12" creationId="{00000000-0000-0000-0000-000000000000}"/>
          </ac:spMkLst>
        </pc:spChg>
        <pc:spChg chg="del mod">
          <ac:chgData name="Sameh Saeed" userId="2c0a189a-0f7c-4206-8181-9a10555249db" providerId="ADAL" clId="{852638DA-3B48-5304-BB1F-24E51C1A5FD3}" dt="2026-01-20T10:26:11.764" v="178" actId="478"/>
          <ac:spMkLst>
            <pc:docMk/>
            <pc:sldMk cId="0" sldId="263"/>
            <ac:spMk id="13" creationId="{00000000-0000-0000-0000-000000000000}"/>
          </ac:spMkLst>
        </pc:spChg>
        <pc:spChg chg="del">
          <ac:chgData name="Sameh Saeed" userId="2c0a189a-0f7c-4206-8181-9a10555249db" providerId="ADAL" clId="{852638DA-3B48-5304-BB1F-24E51C1A5FD3}" dt="2026-01-20T10:26:11.764" v="178" actId="478"/>
          <ac:spMkLst>
            <pc:docMk/>
            <pc:sldMk cId="0" sldId="263"/>
            <ac:spMk id="15" creationId="{00000000-0000-0000-0000-000000000000}"/>
          </ac:spMkLst>
        </pc:spChg>
        <pc:spChg chg="del mod">
          <ac:chgData name="Sameh Saeed" userId="2c0a189a-0f7c-4206-8181-9a10555249db" providerId="ADAL" clId="{852638DA-3B48-5304-BB1F-24E51C1A5FD3}" dt="2026-01-20T10:26:07.171" v="177" actId="478"/>
          <ac:spMkLst>
            <pc:docMk/>
            <pc:sldMk cId="0" sldId="263"/>
            <ac:spMk id="16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6:25.890" v="212" actId="1035"/>
          <ac:spMkLst>
            <pc:docMk/>
            <pc:sldMk cId="0" sldId="263"/>
            <ac:spMk id="18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6:25.890" v="212" actId="1035"/>
          <ac:spMkLst>
            <pc:docMk/>
            <pc:sldMk cId="0" sldId="263"/>
            <ac:spMk id="20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6:25.890" v="212" actId="1035"/>
          <ac:spMkLst>
            <pc:docMk/>
            <pc:sldMk cId="0" sldId="263"/>
            <ac:spMk id="22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6:25.890" v="212" actId="1035"/>
          <ac:spMkLst>
            <pc:docMk/>
            <pc:sldMk cId="0" sldId="263"/>
            <ac:spMk id="24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6:25.890" v="212" actId="1035"/>
          <ac:spMkLst>
            <pc:docMk/>
            <pc:sldMk cId="0" sldId="263"/>
            <ac:spMk id="26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6:25.890" v="212" actId="1035"/>
          <ac:spMkLst>
            <pc:docMk/>
            <pc:sldMk cId="0" sldId="263"/>
            <ac:spMk id="28" creationId="{00000000-0000-0000-0000-000000000000}"/>
          </ac:spMkLst>
        </pc:spChg>
        <pc:spChg chg="del">
          <ac:chgData name="Sameh Saeed" userId="2c0a189a-0f7c-4206-8181-9a10555249db" providerId="ADAL" clId="{852638DA-3B48-5304-BB1F-24E51C1A5FD3}" dt="2026-01-20T10:25:58.916" v="176" actId="478"/>
          <ac:spMkLst>
            <pc:docMk/>
            <pc:sldMk cId="0" sldId="263"/>
            <ac:spMk id="29" creationId="{00000000-0000-0000-0000-000000000000}"/>
          </ac:spMkLst>
        </pc:spChg>
        <pc:spChg chg="del">
          <ac:chgData name="Sameh Saeed" userId="2c0a189a-0f7c-4206-8181-9a10555249db" providerId="ADAL" clId="{852638DA-3B48-5304-BB1F-24E51C1A5FD3}" dt="2026-01-20T10:26:07.171" v="177" actId="478"/>
          <ac:spMkLst>
            <pc:docMk/>
            <pc:sldMk cId="0" sldId="263"/>
            <ac:spMk id="31" creationId="{00000000-0000-0000-0000-000000000000}"/>
          </ac:spMkLst>
        </pc:spChg>
        <pc:picChg chg="del">
          <ac:chgData name="Sameh Saeed" userId="2c0a189a-0f7c-4206-8181-9a10555249db" providerId="ADAL" clId="{852638DA-3B48-5304-BB1F-24E51C1A5FD3}" dt="2026-01-20T10:26:11.764" v="178" actId="478"/>
          <ac:picMkLst>
            <pc:docMk/>
            <pc:sldMk cId="0" sldId="263"/>
            <ac:picMk id="14" creationId="{00000000-0000-0000-0000-000000000000}"/>
          </ac:picMkLst>
        </pc:picChg>
        <pc:picChg chg="del">
          <ac:chgData name="Sameh Saeed" userId="2c0a189a-0f7c-4206-8181-9a10555249db" providerId="ADAL" clId="{852638DA-3B48-5304-BB1F-24E51C1A5FD3}" dt="2026-01-20T10:26:07.171" v="177" actId="478"/>
          <ac:picMkLst>
            <pc:docMk/>
            <pc:sldMk cId="0" sldId="263"/>
            <ac:picMk id="30" creationId="{00000000-0000-0000-0000-000000000000}"/>
          </ac:picMkLst>
        </pc:picChg>
        <pc:picChg chg="add mod">
          <ac:chgData name="Sameh Saeed" userId="2c0a189a-0f7c-4206-8181-9a10555249db" providerId="ADAL" clId="{852638DA-3B48-5304-BB1F-24E51C1A5FD3}" dt="2026-01-20T10:26:31.432" v="214" actId="1076"/>
          <ac:picMkLst>
            <pc:docMk/>
            <pc:sldMk cId="0" sldId="263"/>
            <ac:picMk id="32" creationId="{DBF5A96D-B4F3-7644-474E-31CB444C2B02}"/>
          </ac:picMkLst>
        </pc:picChg>
      </pc:sldChg>
      <pc:sldChg chg="modSp mod ord">
        <pc:chgData name="Sameh Saeed" userId="2c0a189a-0f7c-4206-8181-9a10555249db" providerId="ADAL" clId="{852638DA-3B48-5304-BB1F-24E51C1A5FD3}" dt="2026-01-20T10:25:21.284" v="175" actId="20578"/>
        <pc:sldMkLst>
          <pc:docMk/>
          <pc:sldMk cId="0" sldId="264"/>
        </pc:sldMkLst>
        <pc:spChg chg="mod">
          <ac:chgData name="Sameh Saeed" userId="2c0a189a-0f7c-4206-8181-9a10555249db" providerId="ADAL" clId="{852638DA-3B48-5304-BB1F-24E51C1A5FD3}" dt="2026-01-20T10:14:18.216" v="26" actId="403"/>
          <ac:spMkLst>
            <pc:docMk/>
            <pc:sldMk cId="0" sldId="264"/>
            <ac:spMk id="2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4:18.216" v="26" actId="403"/>
          <ac:spMkLst>
            <pc:docMk/>
            <pc:sldMk cId="0" sldId="264"/>
            <ac:spMk id="8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4:18.216" v="26" actId="403"/>
          <ac:spMkLst>
            <pc:docMk/>
            <pc:sldMk cId="0" sldId="264"/>
            <ac:spMk id="10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4:18.216" v="26" actId="403"/>
          <ac:spMkLst>
            <pc:docMk/>
            <pc:sldMk cId="0" sldId="264"/>
            <ac:spMk id="12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4:18.216" v="26" actId="403"/>
          <ac:spMkLst>
            <pc:docMk/>
            <pc:sldMk cId="0" sldId="264"/>
            <ac:spMk id="13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4:18.216" v="26" actId="403"/>
          <ac:spMkLst>
            <pc:docMk/>
            <pc:sldMk cId="0" sldId="264"/>
            <ac:spMk id="15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4:18.216" v="26" actId="403"/>
          <ac:spMkLst>
            <pc:docMk/>
            <pc:sldMk cId="0" sldId="264"/>
            <ac:spMk id="16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4:18.216" v="26" actId="403"/>
          <ac:spMkLst>
            <pc:docMk/>
            <pc:sldMk cId="0" sldId="264"/>
            <ac:spMk id="26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4:18.216" v="26" actId="403"/>
          <ac:spMkLst>
            <pc:docMk/>
            <pc:sldMk cId="0" sldId="264"/>
            <ac:spMk id="29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4:18.216" v="26" actId="403"/>
          <ac:spMkLst>
            <pc:docMk/>
            <pc:sldMk cId="0" sldId="264"/>
            <ac:spMk id="36" creationId="{00000000-0000-0000-0000-000000000000}"/>
          </ac:spMkLst>
        </pc:spChg>
      </pc:sldChg>
      <pc:sldChg chg="addSp delSp modSp mod ord">
        <pc:chgData name="Sameh Saeed" userId="2c0a189a-0f7c-4206-8181-9a10555249db" providerId="ADAL" clId="{852638DA-3B48-5304-BB1F-24E51C1A5FD3}" dt="2026-01-20T10:30:21.698" v="267" actId="14100"/>
        <pc:sldMkLst>
          <pc:docMk/>
          <pc:sldMk cId="0" sldId="265"/>
        </pc:sldMkLst>
        <pc:spChg chg="mod">
          <ac:chgData name="Sameh Saeed" userId="2c0a189a-0f7c-4206-8181-9a10555249db" providerId="ADAL" clId="{852638DA-3B48-5304-BB1F-24E51C1A5FD3}" dt="2026-01-20T10:14:35.707" v="29" actId="403"/>
          <ac:spMkLst>
            <pc:docMk/>
            <pc:sldMk cId="0" sldId="265"/>
            <ac:spMk id="2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4:35.707" v="29" actId="403"/>
          <ac:spMkLst>
            <pc:docMk/>
            <pc:sldMk cId="0" sldId="265"/>
            <ac:spMk id="7" creationId="{00000000-0000-0000-0000-000000000000}"/>
          </ac:spMkLst>
        </pc:spChg>
        <pc:spChg chg="del mod">
          <ac:chgData name="Sameh Saeed" userId="2c0a189a-0f7c-4206-8181-9a10555249db" providerId="ADAL" clId="{852638DA-3B48-5304-BB1F-24E51C1A5FD3}" dt="2026-01-20T10:28:06.281" v="260" actId="478"/>
          <ac:spMkLst>
            <pc:docMk/>
            <pc:sldMk cId="0" sldId="265"/>
            <ac:spMk id="12" creationId="{00000000-0000-0000-0000-000000000000}"/>
          </ac:spMkLst>
        </pc:spChg>
        <pc:spChg chg="del mod">
          <ac:chgData name="Sameh Saeed" userId="2c0a189a-0f7c-4206-8181-9a10555249db" providerId="ADAL" clId="{852638DA-3B48-5304-BB1F-24E51C1A5FD3}" dt="2026-01-20T10:28:03.988" v="259" actId="478"/>
          <ac:spMkLst>
            <pc:docMk/>
            <pc:sldMk cId="0" sldId="265"/>
            <ac:spMk id="13" creationId="{00000000-0000-0000-0000-000000000000}"/>
          </ac:spMkLst>
        </pc:spChg>
        <pc:spChg chg="del mod">
          <ac:chgData name="Sameh Saeed" userId="2c0a189a-0f7c-4206-8181-9a10555249db" providerId="ADAL" clId="{852638DA-3B48-5304-BB1F-24E51C1A5FD3}" dt="2026-01-20T10:28:13.529" v="262" actId="478"/>
          <ac:spMkLst>
            <pc:docMk/>
            <pc:sldMk cId="0" sldId="265"/>
            <ac:spMk id="15" creationId="{00000000-0000-0000-0000-000000000000}"/>
          </ac:spMkLst>
        </pc:spChg>
        <pc:spChg chg="del mod">
          <ac:chgData name="Sameh Saeed" userId="2c0a189a-0f7c-4206-8181-9a10555249db" providerId="ADAL" clId="{852638DA-3B48-5304-BB1F-24E51C1A5FD3}" dt="2026-01-20T10:28:10.606" v="261" actId="478"/>
          <ac:spMkLst>
            <pc:docMk/>
            <pc:sldMk cId="0" sldId="265"/>
            <ac:spMk id="16" creationId="{00000000-0000-0000-0000-000000000000}"/>
          </ac:spMkLst>
        </pc:spChg>
        <pc:spChg chg="del">
          <ac:chgData name="Sameh Saeed" userId="2c0a189a-0f7c-4206-8181-9a10555249db" providerId="ADAL" clId="{852638DA-3B48-5304-BB1F-24E51C1A5FD3}" dt="2026-01-20T10:27:12.869" v="215" actId="478"/>
          <ac:spMkLst>
            <pc:docMk/>
            <pc:sldMk cId="0" sldId="265"/>
            <ac:spMk id="17" creationId="{00000000-0000-0000-0000-000000000000}"/>
          </ac:spMkLst>
        </pc:spChg>
        <pc:spChg chg="del">
          <ac:chgData name="Sameh Saeed" userId="2c0a189a-0f7c-4206-8181-9a10555249db" providerId="ADAL" clId="{852638DA-3B48-5304-BB1F-24E51C1A5FD3}" dt="2026-01-20T10:27:12.869" v="215" actId="478"/>
          <ac:spMkLst>
            <pc:docMk/>
            <pc:sldMk cId="0" sldId="265"/>
            <ac:spMk id="19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7:47.556" v="257" actId="1035"/>
          <ac:spMkLst>
            <pc:docMk/>
            <pc:sldMk cId="0" sldId="265"/>
            <ac:spMk id="21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7:47.556" v="257" actId="1035"/>
          <ac:spMkLst>
            <pc:docMk/>
            <pc:sldMk cId="0" sldId="265"/>
            <ac:spMk id="24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7:47.556" v="257" actId="1035"/>
          <ac:spMkLst>
            <pc:docMk/>
            <pc:sldMk cId="0" sldId="265"/>
            <ac:spMk id="27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7:47.556" v="257" actId="1035"/>
          <ac:spMkLst>
            <pc:docMk/>
            <pc:sldMk cId="0" sldId="265"/>
            <ac:spMk id="29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7:47.556" v="257" actId="1035"/>
          <ac:spMkLst>
            <pc:docMk/>
            <pc:sldMk cId="0" sldId="265"/>
            <ac:spMk id="32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7:47.556" v="257" actId="1035"/>
          <ac:spMkLst>
            <pc:docMk/>
            <pc:sldMk cId="0" sldId="265"/>
            <ac:spMk id="36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7:47.556" v="257" actId="1035"/>
          <ac:spMkLst>
            <pc:docMk/>
            <pc:sldMk cId="0" sldId="265"/>
            <ac:spMk id="39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7:47.556" v="257" actId="1035"/>
          <ac:spMkLst>
            <pc:docMk/>
            <pc:sldMk cId="0" sldId="265"/>
            <ac:spMk id="41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7:47.556" v="257" actId="1035"/>
          <ac:spMkLst>
            <pc:docMk/>
            <pc:sldMk cId="0" sldId="265"/>
            <ac:spMk id="45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27:47.556" v="257" actId="1035"/>
          <ac:spMkLst>
            <pc:docMk/>
            <pc:sldMk cId="0" sldId="265"/>
            <ac:spMk id="48" creationId="{00000000-0000-0000-0000-000000000000}"/>
          </ac:spMkLst>
        </pc:spChg>
        <pc:picChg chg="mod">
          <ac:chgData name="Sameh Saeed" userId="2c0a189a-0f7c-4206-8181-9a10555249db" providerId="ADAL" clId="{852638DA-3B48-5304-BB1F-24E51C1A5FD3}" dt="2026-01-20T10:27:20.518" v="216" actId="1076"/>
          <ac:picMkLst>
            <pc:docMk/>
            <pc:sldMk cId="0" sldId="265"/>
            <ac:picMk id="14" creationId="{00000000-0000-0000-0000-000000000000}"/>
          </ac:picMkLst>
        </pc:picChg>
        <pc:picChg chg="del">
          <ac:chgData name="Sameh Saeed" userId="2c0a189a-0f7c-4206-8181-9a10555249db" providerId="ADAL" clId="{852638DA-3B48-5304-BB1F-24E51C1A5FD3}" dt="2026-01-20T10:27:12.869" v="215" actId="478"/>
          <ac:picMkLst>
            <pc:docMk/>
            <pc:sldMk cId="0" sldId="265"/>
            <ac:picMk id="18" creationId="{00000000-0000-0000-0000-000000000000}"/>
          </ac:picMkLst>
        </pc:picChg>
        <pc:picChg chg="del">
          <ac:chgData name="Sameh Saeed" userId="2c0a189a-0f7c-4206-8181-9a10555249db" providerId="ADAL" clId="{852638DA-3B48-5304-BB1F-24E51C1A5FD3}" dt="2026-01-20T10:27:12.869" v="215" actId="478"/>
          <ac:picMkLst>
            <pc:docMk/>
            <pc:sldMk cId="0" sldId="265"/>
            <ac:picMk id="46" creationId="{00000000-0000-0000-0000-000000000000}"/>
          </ac:picMkLst>
        </pc:picChg>
        <pc:picChg chg="add mod">
          <ac:chgData name="Sameh Saeed" userId="2c0a189a-0f7c-4206-8181-9a10555249db" providerId="ADAL" clId="{852638DA-3B48-5304-BB1F-24E51C1A5FD3}" dt="2026-01-20T10:27:55.143" v="258" actId="167"/>
          <ac:picMkLst>
            <pc:docMk/>
            <pc:sldMk cId="0" sldId="265"/>
            <ac:picMk id="49" creationId="{D15050F9-3A6C-A854-7391-47A14CE1BCCE}"/>
          </ac:picMkLst>
        </pc:picChg>
        <pc:picChg chg="add mod">
          <ac:chgData name="Sameh Saeed" userId="2c0a189a-0f7c-4206-8181-9a10555249db" providerId="ADAL" clId="{852638DA-3B48-5304-BB1F-24E51C1A5FD3}" dt="2026-01-20T10:30:21.698" v="267" actId="14100"/>
          <ac:picMkLst>
            <pc:docMk/>
            <pc:sldMk cId="0" sldId="265"/>
            <ac:picMk id="50" creationId="{76850572-6916-8910-9426-2EEB88DE70E1}"/>
          </ac:picMkLst>
        </pc:picChg>
      </pc:sldChg>
      <pc:sldChg chg="del">
        <pc:chgData name="Sameh Saeed" userId="2c0a189a-0f7c-4206-8181-9a10555249db" providerId="ADAL" clId="{852638DA-3B48-5304-BB1F-24E51C1A5FD3}" dt="2026-01-20T10:15:08.626" v="30" actId="2696"/>
        <pc:sldMkLst>
          <pc:docMk/>
          <pc:sldMk cId="0" sldId="266"/>
        </pc:sldMkLst>
      </pc:sldChg>
      <pc:sldChg chg="modSp mod">
        <pc:chgData name="Sameh Saeed" userId="2c0a189a-0f7c-4206-8181-9a10555249db" providerId="ADAL" clId="{852638DA-3B48-5304-BB1F-24E51C1A5FD3}" dt="2026-01-20T10:15:16.447" v="33" actId="403"/>
        <pc:sldMkLst>
          <pc:docMk/>
          <pc:sldMk cId="0" sldId="267"/>
        </pc:sldMkLst>
        <pc:spChg chg="mod">
          <ac:chgData name="Sameh Saeed" userId="2c0a189a-0f7c-4206-8181-9a10555249db" providerId="ADAL" clId="{852638DA-3B48-5304-BB1F-24E51C1A5FD3}" dt="2026-01-20T10:15:16.447" v="33" actId="403"/>
          <ac:spMkLst>
            <pc:docMk/>
            <pc:sldMk cId="0" sldId="267"/>
            <ac:spMk id="2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5:16.447" v="33" actId="403"/>
          <ac:spMkLst>
            <pc:docMk/>
            <pc:sldMk cId="0" sldId="267"/>
            <ac:spMk id="19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5:16.447" v="33" actId="403"/>
          <ac:spMkLst>
            <pc:docMk/>
            <pc:sldMk cId="0" sldId="267"/>
            <ac:spMk id="22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5:16.447" v="33" actId="403"/>
          <ac:spMkLst>
            <pc:docMk/>
            <pc:sldMk cId="0" sldId="267"/>
            <ac:spMk id="25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5:16.447" v="33" actId="403"/>
          <ac:spMkLst>
            <pc:docMk/>
            <pc:sldMk cId="0" sldId="267"/>
            <ac:spMk id="27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5:16.447" v="33" actId="403"/>
          <ac:spMkLst>
            <pc:docMk/>
            <pc:sldMk cId="0" sldId="267"/>
            <ac:spMk id="30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5:16.447" v="33" actId="403"/>
          <ac:spMkLst>
            <pc:docMk/>
            <pc:sldMk cId="0" sldId="267"/>
            <ac:spMk id="31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5:16.447" v="33" actId="403"/>
          <ac:spMkLst>
            <pc:docMk/>
            <pc:sldMk cId="0" sldId="267"/>
            <ac:spMk id="44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5:16.447" v="33" actId="403"/>
          <ac:spMkLst>
            <pc:docMk/>
            <pc:sldMk cId="0" sldId="267"/>
            <ac:spMk id="50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5:16.447" v="33" actId="403"/>
          <ac:spMkLst>
            <pc:docMk/>
            <pc:sldMk cId="0" sldId="267"/>
            <ac:spMk id="53" creationId="{00000000-0000-0000-0000-000000000000}"/>
          </ac:spMkLst>
        </pc:spChg>
      </pc:sldChg>
      <pc:sldChg chg="modSp mod">
        <pc:chgData name="Sameh Saeed" userId="2c0a189a-0f7c-4206-8181-9a10555249db" providerId="ADAL" clId="{852638DA-3B48-5304-BB1F-24E51C1A5FD3}" dt="2026-01-20T10:15:27.628" v="36" actId="403"/>
        <pc:sldMkLst>
          <pc:docMk/>
          <pc:sldMk cId="0" sldId="268"/>
        </pc:sldMkLst>
        <pc:spChg chg="mod">
          <ac:chgData name="Sameh Saeed" userId="2c0a189a-0f7c-4206-8181-9a10555249db" providerId="ADAL" clId="{852638DA-3B48-5304-BB1F-24E51C1A5FD3}" dt="2026-01-20T10:15:27.628" v="36" actId="403"/>
          <ac:spMkLst>
            <pc:docMk/>
            <pc:sldMk cId="0" sldId="268"/>
            <ac:spMk id="2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5:27.628" v="36" actId="403"/>
          <ac:spMkLst>
            <pc:docMk/>
            <pc:sldMk cId="0" sldId="268"/>
            <ac:spMk id="5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5:27.628" v="36" actId="403"/>
          <ac:spMkLst>
            <pc:docMk/>
            <pc:sldMk cId="0" sldId="268"/>
            <ac:spMk id="6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5:27.628" v="36" actId="403"/>
          <ac:spMkLst>
            <pc:docMk/>
            <pc:sldMk cId="0" sldId="268"/>
            <ac:spMk id="16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5:27.628" v="36" actId="403"/>
          <ac:spMkLst>
            <pc:docMk/>
            <pc:sldMk cId="0" sldId="268"/>
            <ac:spMk id="19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5:27.628" v="36" actId="403"/>
          <ac:spMkLst>
            <pc:docMk/>
            <pc:sldMk cId="0" sldId="268"/>
            <ac:spMk id="20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5:27.628" v="36" actId="403"/>
          <ac:spMkLst>
            <pc:docMk/>
            <pc:sldMk cId="0" sldId="268"/>
            <ac:spMk id="24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5:27.628" v="36" actId="403"/>
          <ac:spMkLst>
            <pc:docMk/>
            <pc:sldMk cId="0" sldId="268"/>
            <ac:spMk id="25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5:27.628" v="36" actId="403"/>
          <ac:spMkLst>
            <pc:docMk/>
            <pc:sldMk cId="0" sldId="268"/>
            <ac:spMk id="26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5:27.628" v="36" actId="403"/>
          <ac:spMkLst>
            <pc:docMk/>
            <pc:sldMk cId="0" sldId="268"/>
            <ac:spMk id="29" creationId="{00000000-0000-0000-0000-000000000000}"/>
          </ac:spMkLst>
        </pc:spChg>
      </pc:sldChg>
      <pc:sldChg chg="modSp mod">
        <pc:chgData name="Sameh Saeed" userId="2c0a189a-0f7c-4206-8181-9a10555249db" providerId="ADAL" clId="{852638DA-3B48-5304-BB1F-24E51C1A5FD3}" dt="2026-01-20T10:15:42.242" v="39" actId="403"/>
        <pc:sldMkLst>
          <pc:docMk/>
          <pc:sldMk cId="0" sldId="269"/>
        </pc:sldMkLst>
        <pc:spChg chg="mod">
          <ac:chgData name="Sameh Saeed" userId="2c0a189a-0f7c-4206-8181-9a10555249db" providerId="ADAL" clId="{852638DA-3B48-5304-BB1F-24E51C1A5FD3}" dt="2026-01-20T10:15:42.242" v="39" actId="403"/>
          <ac:spMkLst>
            <pc:docMk/>
            <pc:sldMk cId="0" sldId="269"/>
            <ac:spMk id="2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5:42.242" v="39" actId="403"/>
          <ac:spMkLst>
            <pc:docMk/>
            <pc:sldMk cId="0" sldId="269"/>
            <ac:spMk id="12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5:42.242" v="39" actId="403"/>
          <ac:spMkLst>
            <pc:docMk/>
            <pc:sldMk cId="0" sldId="269"/>
            <ac:spMk id="14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5:42.242" v="39" actId="403"/>
          <ac:spMkLst>
            <pc:docMk/>
            <pc:sldMk cId="0" sldId="269"/>
            <ac:spMk id="16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5:42.242" v="39" actId="403"/>
          <ac:spMkLst>
            <pc:docMk/>
            <pc:sldMk cId="0" sldId="269"/>
            <ac:spMk id="17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5:42.242" v="39" actId="403"/>
          <ac:spMkLst>
            <pc:docMk/>
            <pc:sldMk cId="0" sldId="269"/>
            <ac:spMk id="20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5:42.242" v="39" actId="403"/>
          <ac:spMkLst>
            <pc:docMk/>
            <pc:sldMk cId="0" sldId="269"/>
            <ac:spMk id="26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5:42.242" v="39" actId="403"/>
          <ac:spMkLst>
            <pc:docMk/>
            <pc:sldMk cId="0" sldId="269"/>
            <ac:spMk id="29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5:42.242" v="39" actId="403"/>
          <ac:spMkLst>
            <pc:docMk/>
            <pc:sldMk cId="0" sldId="269"/>
            <ac:spMk id="30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5:42.242" v="39" actId="403"/>
          <ac:spMkLst>
            <pc:docMk/>
            <pc:sldMk cId="0" sldId="269"/>
            <ac:spMk id="33" creationId="{00000000-0000-0000-0000-000000000000}"/>
          </ac:spMkLst>
        </pc:spChg>
      </pc:sldChg>
      <pc:sldChg chg="del">
        <pc:chgData name="Sameh Saeed" userId="2c0a189a-0f7c-4206-8181-9a10555249db" providerId="ADAL" clId="{852638DA-3B48-5304-BB1F-24E51C1A5FD3}" dt="2026-01-20T10:15:48.971" v="40" actId="2696"/>
        <pc:sldMkLst>
          <pc:docMk/>
          <pc:sldMk cId="0" sldId="270"/>
        </pc:sldMkLst>
      </pc:sldChg>
      <pc:sldChg chg="del">
        <pc:chgData name="Sameh Saeed" userId="2c0a189a-0f7c-4206-8181-9a10555249db" providerId="ADAL" clId="{852638DA-3B48-5304-BB1F-24E51C1A5FD3}" dt="2026-01-20T10:16:01.730" v="41" actId="2696"/>
        <pc:sldMkLst>
          <pc:docMk/>
          <pc:sldMk cId="0" sldId="271"/>
        </pc:sldMkLst>
      </pc:sldChg>
      <pc:sldChg chg="modSp mod">
        <pc:chgData name="Sameh Saeed" userId="2c0a189a-0f7c-4206-8181-9a10555249db" providerId="ADAL" clId="{852638DA-3B48-5304-BB1F-24E51C1A5FD3}" dt="2026-01-20T10:17:04.141" v="131" actId="1036"/>
        <pc:sldMkLst>
          <pc:docMk/>
          <pc:sldMk cId="0" sldId="272"/>
        </pc:sldMkLst>
        <pc:spChg chg="mod">
          <ac:chgData name="Sameh Saeed" userId="2c0a189a-0f7c-4206-8181-9a10555249db" providerId="ADAL" clId="{852638DA-3B48-5304-BB1F-24E51C1A5FD3}" dt="2026-01-20T10:16:18.461" v="44" actId="403"/>
          <ac:spMkLst>
            <pc:docMk/>
            <pc:sldMk cId="0" sldId="272"/>
            <ac:spMk id="2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6:18.461" v="44" actId="403"/>
          <ac:spMkLst>
            <pc:docMk/>
            <pc:sldMk cId="0" sldId="272"/>
            <ac:spMk id="9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6:18.461" v="44" actId="403"/>
          <ac:spMkLst>
            <pc:docMk/>
            <pc:sldMk cId="0" sldId="272"/>
            <ac:spMk id="12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6:18.461" v="44" actId="403"/>
          <ac:spMkLst>
            <pc:docMk/>
            <pc:sldMk cId="0" sldId="272"/>
            <ac:spMk id="22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6:18.461" v="44" actId="403"/>
          <ac:spMkLst>
            <pc:docMk/>
            <pc:sldMk cId="0" sldId="272"/>
            <ac:spMk id="25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6:59.762" v="119" actId="1036"/>
          <ac:spMkLst>
            <pc:docMk/>
            <pc:sldMk cId="0" sldId="272"/>
            <ac:spMk id="30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6:48.603" v="105" actId="1035"/>
          <ac:spMkLst>
            <pc:docMk/>
            <pc:sldMk cId="0" sldId="272"/>
            <ac:spMk id="33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6:48.603" v="105" actId="1035"/>
          <ac:spMkLst>
            <pc:docMk/>
            <pc:sldMk cId="0" sldId="272"/>
            <ac:spMk id="34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6:48.603" v="105" actId="1035"/>
          <ac:spMkLst>
            <pc:docMk/>
            <pc:sldMk cId="0" sldId="272"/>
            <ac:spMk id="38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6:48.603" v="105" actId="1035"/>
          <ac:spMkLst>
            <pc:docMk/>
            <pc:sldMk cId="0" sldId="272"/>
            <ac:spMk id="50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6:48.603" v="105" actId="1035"/>
          <ac:spMkLst>
            <pc:docMk/>
            <pc:sldMk cId="0" sldId="272"/>
            <ac:spMk id="62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6:48.603" v="105" actId="1035"/>
          <ac:spMkLst>
            <pc:docMk/>
            <pc:sldMk cId="0" sldId="272"/>
            <ac:spMk id="63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6:48.603" v="105" actId="1035"/>
          <ac:spMkLst>
            <pc:docMk/>
            <pc:sldMk cId="0" sldId="272"/>
            <ac:spMk id="67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6:48.603" v="105" actId="1035"/>
          <ac:spMkLst>
            <pc:docMk/>
            <pc:sldMk cId="0" sldId="272"/>
            <ac:spMk id="76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6:48.603" v="105" actId="1035"/>
          <ac:spMkLst>
            <pc:docMk/>
            <pc:sldMk cId="0" sldId="272"/>
            <ac:spMk id="77" creationId="{00000000-0000-0000-0000-000000000000}"/>
          </ac:spMkLst>
        </pc:spChg>
        <pc:spChg chg="mod">
          <ac:chgData name="Sameh Saeed" userId="2c0a189a-0f7c-4206-8181-9a10555249db" providerId="ADAL" clId="{852638DA-3B48-5304-BB1F-24E51C1A5FD3}" dt="2026-01-20T10:16:48.603" v="105" actId="1035"/>
          <ac:spMkLst>
            <pc:docMk/>
            <pc:sldMk cId="0" sldId="272"/>
            <ac:spMk id="80" creationId="{00000000-0000-0000-0000-000000000000}"/>
          </ac:spMkLst>
        </pc:spChg>
        <pc:picChg chg="mod">
          <ac:chgData name="Sameh Saeed" userId="2c0a189a-0f7c-4206-8181-9a10555249db" providerId="ADAL" clId="{852638DA-3B48-5304-BB1F-24E51C1A5FD3}" dt="2026-01-20T10:17:04.141" v="131" actId="1036"/>
          <ac:picMkLst>
            <pc:docMk/>
            <pc:sldMk cId="0" sldId="272"/>
            <ac:picMk id="29" creationId="{00000000-0000-0000-0000-000000000000}"/>
          </ac:picMkLst>
        </pc:picChg>
      </pc:sldChg>
      <pc:sldChg chg="addSp delSp modSp mod">
        <pc:chgData name="Sameh Saeed" userId="2c0a189a-0f7c-4206-8181-9a10555249db" providerId="ADAL" clId="{852638DA-3B48-5304-BB1F-24E51C1A5FD3}" dt="2026-01-20T10:34:55.237" v="360" actId="20577"/>
        <pc:sldMkLst>
          <pc:docMk/>
          <pc:sldMk cId="0" sldId="273"/>
        </pc:sldMkLst>
        <pc:spChg chg="mod">
          <ac:chgData name="Sameh Saeed" userId="2c0a189a-0f7c-4206-8181-9a10555249db" providerId="ADAL" clId="{852638DA-3B48-5304-BB1F-24E51C1A5FD3}" dt="2026-01-20T10:34:55.237" v="360" actId="20577"/>
          <ac:spMkLst>
            <pc:docMk/>
            <pc:sldMk cId="0" sldId="273"/>
            <ac:spMk id="3" creationId="{00000000-0000-0000-0000-000000000000}"/>
          </ac:spMkLst>
        </pc:spChg>
        <pc:spChg chg="del mod">
          <ac:chgData name="Sameh Saeed" userId="2c0a189a-0f7c-4206-8181-9a10555249db" providerId="ADAL" clId="{852638DA-3B48-5304-BB1F-24E51C1A5FD3}" dt="2026-01-20T10:34:27.190" v="344" actId="478"/>
          <ac:spMkLst>
            <pc:docMk/>
            <pc:sldMk cId="0" sldId="273"/>
            <ac:spMk id="4" creationId="{00000000-0000-0000-0000-000000000000}"/>
          </ac:spMkLst>
        </pc:spChg>
        <pc:spChg chg="del mod">
          <ac:chgData name="Sameh Saeed" userId="2c0a189a-0f7c-4206-8181-9a10555249db" providerId="ADAL" clId="{852638DA-3B48-5304-BB1F-24E51C1A5FD3}" dt="2026-01-20T10:34:27.190" v="344" actId="478"/>
          <ac:spMkLst>
            <pc:docMk/>
            <pc:sldMk cId="0" sldId="273"/>
            <ac:spMk id="5" creationId="{00000000-0000-0000-0000-000000000000}"/>
          </ac:spMkLst>
        </pc:spChg>
        <pc:spChg chg="del mod">
          <ac:chgData name="Sameh Saeed" userId="2c0a189a-0f7c-4206-8181-9a10555249db" providerId="ADAL" clId="{852638DA-3B48-5304-BB1F-24E51C1A5FD3}" dt="2026-01-20T10:34:27.190" v="344" actId="478"/>
          <ac:spMkLst>
            <pc:docMk/>
            <pc:sldMk cId="0" sldId="273"/>
            <ac:spMk id="7" creationId="{00000000-0000-0000-0000-000000000000}"/>
          </ac:spMkLst>
        </pc:spChg>
        <pc:spChg chg="del mod">
          <ac:chgData name="Sameh Saeed" userId="2c0a189a-0f7c-4206-8181-9a10555249db" providerId="ADAL" clId="{852638DA-3B48-5304-BB1F-24E51C1A5FD3}" dt="2026-01-20T10:34:27.190" v="344" actId="478"/>
          <ac:spMkLst>
            <pc:docMk/>
            <pc:sldMk cId="0" sldId="273"/>
            <ac:spMk id="10" creationId="{00000000-0000-0000-0000-000000000000}"/>
          </ac:spMkLst>
        </pc:spChg>
        <pc:spChg chg="del mod">
          <ac:chgData name="Sameh Saeed" userId="2c0a189a-0f7c-4206-8181-9a10555249db" providerId="ADAL" clId="{852638DA-3B48-5304-BB1F-24E51C1A5FD3}" dt="2026-01-20T10:34:27.190" v="344" actId="478"/>
          <ac:spMkLst>
            <pc:docMk/>
            <pc:sldMk cId="0" sldId="273"/>
            <ac:spMk id="12" creationId="{00000000-0000-0000-0000-000000000000}"/>
          </ac:spMkLst>
        </pc:spChg>
        <pc:spChg chg="del mod">
          <ac:chgData name="Sameh Saeed" userId="2c0a189a-0f7c-4206-8181-9a10555249db" providerId="ADAL" clId="{852638DA-3B48-5304-BB1F-24E51C1A5FD3}" dt="2026-01-20T10:34:27.190" v="344" actId="478"/>
          <ac:spMkLst>
            <pc:docMk/>
            <pc:sldMk cId="0" sldId="273"/>
            <ac:spMk id="13" creationId="{00000000-0000-0000-0000-000000000000}"/>
          </ac:spMkLst>
        </pc:spChg>
        <pc:spChg chg="del mod">
          <ac:chgData name="Sameh Saeed" userId="2c0a189a-0f7c-4206-8181-9a10555249db" providerId="ADAL" clId="{852638DA-3B48-5304-BB1F-24E51C1A5FD3}" dt="2026-01-20T10:34:27.190" v="344" actId="478"/>
          <ac:spMkLst>
            <pc:docMk/>
            <pc:sldMk cId="0" sldId="273"/>
            <ac:spMk id="22" creationId="{00000000-0000-0000-0000-000000000000}"/>
          </ac:spMkLst>
        </pc:spChg>
        <pc:spChg chg="del mod">
          <ac:chgData name="Sameh Saeed" userId="2c0a189a-0f7c-4206-8181-9a10555249db" providerId="ADAL" clId="{852638DA-3B48-5304-BB1F-24E51C1A5FD3}" dt="2026-01-20T10:34:27.190" v="344" actId="478"/>
          <ac:spMkLst>
            <pc:docMk/>
            <pc:sldMk cId="0" sldId="273"/>
            <ac:spMk id="24" creationId="{00000000-0000-0000-0000-000000000000}"/>
          </ac:spMkLst>
        </pc:spChg>
        <pc:spChg chg="del mod">
          <ac:chgData name="Sameh Saeed" userId="2c0a189a-0f7c-4206-8181-9a10555249db" providerId="ADAL" clId="{852638DA-3B48-5304-BB1F-24E51C1A5FD3}" dt="2026-01-20T10:34:27.190" v="344" actId="478"/>
          <ac:spMkLst>
            <pc:docMk/>
            <pc:sldMk cId="0" sldId="273"/>
            <ac:spMk id="25" creationId="{00000000-0000-0000-0000-000000000000}"/>
          </ac:spMkLst>
        </pc:spChg>
        <pc:spChg chg="del mod">
          <ac:chgData name="Sameh Saeed" userId="2c0a189a-0f7c-4206-8181-9a10555249db" providerId="ADAL" clId="{852638DA-3B48-5304-BB1F-24E51C1A5FD3}" dt="2026-01-20T10:34:27.190" v="344" actId="478"/>
          <ac:spMkLst>
            <pc:docMk/>
            <pc:sldMk cId="0" sldId="273"/>
            <ac:spMk id="27" creationId="{00000000-0000-0000-0000-000000000000}"/>
          </ac:spMkLst>
        </pc:spChg>
        <pc:picChg chg="add mod">
          <ac:chgData name="Sameh Saeed" userId="2c0a189a-0f7c-4206-8181-9a10555249db" providerId="ADAL" clId="{852638DA-3B48-5304-BB1F-24E51C1A5FD3}" dt="2026-01-20T10:34:39.643" v="348" actId="14100"/>
          <ac:picMkLst>
            <pc:docMk/>
            <pc:sldMk cId="0" sldId="273"/>
            <ac:picMk id="29" creationId="{FB01ED16-AAC6-1EAE-A9F5-78120C48B8A9}"/>
          </ac:picMkLst>
        </pc:picChg>
      </pc:sldChg>
      <pc:sldChg chg="del">
        <pc:chgData name="Sameh Saeed" userId="2c0a189a-0f7c-4206-8181-9a10555249db" providerId="ADAL" clId="{852638DA-3B48-5304-BB1F-24E51C1A5FD3}" dt="2026-01-20T10:17:29.728" v="135" actId="2696"/>
        <pc:sldMkLst>
          <pc:docMk/>
          <pc:sldMk cId="0" sldId="274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2.png"/><Relationship Id="rId5" Type="http://schemas.openxmlformats.org/officeDocument/2006/relationships/image" Target="../media/image21.jpeg"/><Relationship Id="rId4" Type="http://schemas.openxmlformats.org/officeDocument/2006/relationships/image" Target="../media/image2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7.jpe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30.png"/><Relationship Id="rId7" Type="http://schemas.openxmlformats.org/officeDocument/2006/relationships/image" Target="../media/image34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9.png"/><Relationship Id="rId5" Type="http://schemas.openxmlformats.org/officeDocument/2006/relationships/image" Target="../media/image34.png"/><Relationship Id="rId4" Type="http://schemas.openxmlformats.org/officeDocument/2006/relationships/image" Target="../media/image38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3" Type="http://schemas.openxmlformats.org/officeDocument/2006/relationships/image" Target="../media/image41.png"/><Relationship Id="rId7" Type="http://schemas.openxmlformats.org/officeDocument/2006/relationships/image" Target="../media/image19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3" Type="http://schemas.openxmlformats.org/officeDocument/2006/relationships/image" Target="../media/image47.png"/><Relationship Id="rId7" Type="http://schemas.openxmlformats.org/officeDocument/2006/relationships/image" Target="../media/image51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0.png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9.png"/><Relationship Id="rId13" Type="http://schemas.openxmlformats.org/officeDocument/2006/relationships/image" Target="../media/image64.png"/><Relationship Id="rId3" Type="http://schemas.openxmlformats.org/officeDocument/2006/relationships/image" Target="../media/image54.png"/><Relationship Id="rId7" Type="http://schemas.openxmlformats.org/officeDocument/2006/relationships/image" Target="../media/image58.png"/><Relationship Id="rId12" Type="http://schemas.openxmlformats.org/officeDocument/2006/relationships/image" Target="../media/image63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7.png"/><Relationship Id="rId11" Type="http://schemas.openxmlformats.org/officeDocument/2006/relationships/image" Target="../media/image62.png"/><Relationship Id="rId5" Type="http://schemas.openxmlformats.org/officeDocument/2006/relationships/image" Target="../media/image56.png"/><Relationship Id="rId10" Type="http://schemas.openxmlformats.org/officeDocument/2006/relationships/image" Target="../media/image61.png"/><Relationship Id="rId4" Type="http://schemas.openxmlformats.org/officeDocument/2006/relationships/image" Target="../media/image55.png"/><Relationship Id="rId9" Type="http://schemas.openxmlformats.org/officeDocument/2006/relationships/image" Target="../media/image6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7" Type="http://schemas.openxmlformats.org/officeDocument/2006/relationships/image" Target="../media/image70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9.png"/><Relationship Id="rId5" Type="http://schemas.openxmlformats.org/officeDocument/2006/relationships/image" Target="../media/image68.png"/><Relationship Id="rId4" Type="http://schemas.openxmlformats.org/officeDocument/2006/relationships/image" Target="../media/image67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>
              <a:alpha val="8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829154" y="1718829"/>
            <a:ext cx="533386" cy="4485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352616" y="2571750"/>
            <a:ext cx="7486462" cy="14287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4875"/>
              </a:lnSpc>
              <a:spcBef>
                <a:spcPts val="0"/>
              </a:spcBef>
              <a:spcAft>
                <a:spcPts val="2080"/>
              </a:spcAft>
            </a:pPr>
            <a:r>
              <a:rPr sz="3588" b="1">
                <a:solidFill>
                  <a:srgbClr val="FFFFFF"/>
                </a:solidFill>
                <a:latin typeface="Space Grotesk"/>
              </a:rPr>
              <a:t> True Randomness Testing &amp;</a:t>
            </a:r>
            <a:r>
              <a:rPr sz="1104"/>
              <a:t>
</a:t>
            </a:r>
            <a:r>
              <a:rPr sz="3588" b="1">
                <a:solidFill>
                  <a:srgbClr val="FFFFFF"/>
                </a:solidFill>
                <a:latin typeface="Space Grotesk"/>
              </a:rPr>
              <a:t>Random Number Generators </a:t>
            </a:r>
          </a:p>
        </p:txBody>
      </p:sp>
      <p:sp>
        <p:nvSpPr>
          <p:cNvPr id="6" name="Rectangle 5"/>
          <p:cNvSpPr/>
          <p:nvPr/>
        </p:nvSpPr>
        <p:spPr>
          <a:xfrm>
            <a:off x="5143371" y="4305300"/>
            <a:ext cx="1904952" cy="28575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00D4FF"/>
              </a:gs>
              <a:gs pos="100000">
                <a:srgbClr val="000000">
                  <a:alpha val="0"/>
                </a:srgbClr>
              </a:gs>
            </a:gsLst>
            <a:lin ang="108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7" name="TextBox 6"/>
          <p:cNvSpPr txBox="1"/>
          <p:nvPr/>
        </p:nvSpPr>
        <p:spPr>
          <a:xfrm>
            <a:off x="2352616" y="4618904"/>
            <a:ext cx="7486462" cy="582467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dirty="0">
                <a:solidFill>
                  <a:srgbClr val="B0B8D4"/>
                </a:solidFill>
                <a:latin typeface="Inter"/>
              </a:rPr>
              <a:t> NIST SP 800-22, </a:t>
            </a:r>
            <a:r>
              <a:rPr sz="2000" b="0" dirty="0" err="1">
                <a:solidFill>
                  <a:srgbClr val="B0B8D4"/>
                </a:solidFill>
                <a:latin typeface="Inter"/>
              </a:rPr>
              <a:t>Dieharder</a:t>
            </a:r>
            <a:r>
              <a:rPr sz="2000" dirty="0"/>
              <a:t>
</a:t>
            </a:r>
            <a:r>
              <a:rPr sz="2000" b="0" dirty="0">
                <a:solidFill>
                  <a:srgbClr val="B0B8D4"/>
                </a:solidFill>
                <a:latin typeface="Inter"/>
              </a:rPr>
              <a:t> </a:t>
            </a:r>
            <a:r>
              <a:rPr b="0" dirty="0">
                <a:solidFill>
                  <a:srgbClr val="8A92A8"/>
                </a:solidFill>
                <a:latin typeface="Inter"/>
              </a:rPr>
              <a:t>A Comprehensive Overview of RNG Testing and Quantum Approaches</a:t>
            </a:r>
            <a:r>
              <a:rPr sz="2000" b="0" dirty="0">
                <a:solidFill>
                  <a:srgbClr val="B0B8D4"/>
                </a:solidFill>
                <a:latin typeface="Inter"/>
              </a:rPr>
              <a:t>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C214788-DF8F-1088-1B36-25798A803CC2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15542" y="1674746"/>
            <a:ext cx="1955800" cy="1623885"/>
          </a:xfrm>
          <a:prstGeom prst="rect">
            <a:avLst/>
          </a:prstGeom>
          <a:ln w="25400">
            <a:solidFill>
              <a:schemeClr val="accent1"/>
            </a:solidFill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B041D80-F0EA-03DC-4547-A02A70145A10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15542" y="3250434"/>
            <a:ext cx="1955800" cy="912037"/>
          </a:xfrm>
          <a:prstGeom prst="rect">
            <a:avLst/>
          </a:prstGeom>
          <a:ln w="25400">
            <a:solidFill>
              <a:schemeClr val="accent1"/>
            </a:solidFill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712B8CF-232B-A99F-69BB-CD1B77496D73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15542" y="4088634"/>
            <a:ext cx="1955800" cy="954103"/>
          </a:xfrm>
          <a:prstGeom prst="rect">
            <a:avLst/>
          </a:prstGeom>
          <a:solidFill>
            <a:schemeClr val="bg2"/>
          </a:solidFill>
          <a:ln w="25400">
            <a:solidFill>
              <a:schemeClr val="accent1"/>
            </a:solidFill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09625"/>
          </a:xfrm>
          <a:prstGeom prst="rect">
            <a:avLst/>
          </a:prstGeom>
          <a:solidFill>
            <a:srgbClr val="00D4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3" name="TextBox 2"/>
          <p:cNvSpPr txBox="1"/>
          <p:nvPr/>
        </p:nvSpPr>
        <p:spPr>
          <a:xfrm>
            <a:off x="609584" y="114300"/>
            <a:ext cx="4771905" cy="5715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900"/>
              </a:lnSpc>
              <a:spcBef>
                <a:spcPts val="0"/>
              </a:spcBef>
              <a:spcAft>
                <a:spcPts val="0"/>
              </a:spcAft>
            </a:pPr>
            <a:r>
              <a:rPr sz="2392" b="1">
                <a:solidFill>
                  <a:srgbClr val="FFFFFF"/>
                </a:solidFill>
                <a:latin typeface="Space Grotesk"/>
              </a:rPr>
              <a:t>The Fundamental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6692" y="641743"/>
            <a:ext cx="11584882" cy="913392"/>
          </a:xfrm>
          <a:prstGeom prst="rect">
            <a:avLst/>
          </a:prstGeom>
          <a:noFill/>
          <a:ln w="22225">
            <a:solidFill>
              <a:schemeClr val="bg1"/>
            </a:solidFill>
          </a:ln>
        </p:spPr>
        <p:txBody>
          <a:bodyPr wrap="square" lIns="73152" tIns="54864" rIns="73152" bIns="54864" anchor="ctr">
            <a:spAutoFit/>
          </a:bodyPr>
          <a:lstStyle/>
          <a:p>
            <a:pPr marL="342900" indent="-342900">
              <a:lnSpc>
                <a:spcPts val="2340"/>
              </a:lnSpc>
              <a:spcBef>
                <a:spcPts val="0"/>
              </a:spcBef>
              <a:spcAft>
                <a:spcPts val="1560"/>
              </a:spcAft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00D4FF"/>
                </a:solidFill>
                <a:latin typeface="Space Grotesk"/>
              </a:rPr>
              <a:t>Unpredictability (deterministic - Pseudorandom) </a:t>
            </a:r>
            <a:r>
              <a:rPr lang="en-US" sz="2000" b="1" dirty="0">
                <a:solidFill>
                  <a:schemeClr val="bg1"/>
                </a:solidFill>
                <a:latin typeface="Space Grotesk"/>
              </a:rPr>
              <a:t>is about our lack of knowledge, while </a:t>
            </a:r>
          </a:p>
          <a:p>
            <a:pPr marL="342900" indent="-342900">
              <a:lnSpc>
                <a:spcPts val="2340"/>
              </a:lnSpc>
              <a:spcBef>
                <a:spcPts val="0"/>
              </a:spcBef>
              <a:spcAft>
                <a:spcPts val="1560"/>
              </a:spcAft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00D4FF"/>
                </a:solidFill>
                <a:latin typeface="Space Grotesk"/>
              </a:rPr>
              <a:t>True Randomness (non-deterministic) </a:t>
            </a:r>
            <a:r>
              <a:rPr lang="en-US" sz="2000" b="1" dirty="0">
                <a:solidFill>
                  <a:schemeClr val="bg1"/>
                </a:solidFill>
                <a:latin typeface="Space Grotesk"/>
              </a:rPr>
              <a:t>is about a </a:t>
            </a:r>
            <a:r>
              <a:rPr lang="en-US" sz="2000" b="1" dirty="0">
                <a:solidFill>
                  <a:srgbClr val="00D4FF"/>
                </a:solidFill>
                <a:latin typeface="Space Grotesk"/>
              </a:rPr>
              <a:t>lack of a deterministic pattern </a:t>
            </a:r>
            <a:r>
              <a:rPr lang="en-US" sz="2000" b="1" dirty="0">
                <a:solidFill>
                  <a:schemeClr val="bg1"/>
                </a:solidFill>
                <a:latin typeface="Space Grotesk"/>
              </a:rPr>
              <a:t>(in nature)</a:t>
            </a:r>
            <a:endParaRPr sz="2000" b="1" dirty="0">
              <a:solidFill>
                <a:schemeClr val="bg1"/>
              </a:solidFill>
              <a:latin typeface="Space Grotesk"/>
            </a:endParaRP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858520" y="1821660"/>
            <a:ext cx="304792" cy="21687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353808" y="1715857"/>
            <a:ext cx="2795317" cy="418961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535"/>
              </a:lnSpc>
              <a:spcBef>
                <a:spcPts val="0"/>
              </a:spcBef>
              <a:spcAft>
                <a:spcPts val="780"/>
              </a:spcAft>
            </a:pPr>
            <a:r>
              <a:rPr sz="2000" b="1">
                <a:solidFill>
                  <a:srgbClr val="FFFFFF"/>
                </a:solidFill>
                <a:latin typeface="Inter"/>
              </a:rPr>
              <a:t>Unpredictable ≠ Random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3808" y="2023499"/>
            <a:ext cx="5629134" cy="68580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275"/>
              </a:lnSpc>
              <a:spcBef>
                <a:spcPts val="0"/>
              </a:spcBef>
              <a:spcAft>
                <a:spcPts val="0"/>
              </a:spcAft>
            </a:pPr>
            <a:r>
              <a:rPr b="0" dirty="0">
                <a:solidFill>
                  <a:srgbClr val="B0B8D4"/>
                </a:solidFill>
                <a:latin typeface="Inter"/>
              </a:rPr>
              <a:t> An event can be </a:t>
            </a:r>
            <a:r>
              <a:rPr b="0" dirty="0">
                <a:solidFill>
                  <a:srgbClr val="00D4FF"/>
                </a:solidFill>
                <a:latin typeface="Inter"/>
              </a:rPr>
              <a:t>unpredictable</a:t>
            </a:r>
            <a:r>
              <a:rPr b="0" dirty="0">
                <a:solidFill>
                  <a:srgbClr val="B0B8D4"/>
                </a:solidFill>
                <a:latin typeface="Inter"/>
              </a:rPr>
              <a:t> due to insufficient data (entropy), but not necessarily </a:t>
            </a:r>
            <a:r>
              <a:rPr b="0" dirty="0">
                <a:solidFill>
                  <a:srgbClr val="00D4FF"/>
                </a:solidFill>
                <a:latin typeface="Inter"/>
              </a:rPr>
              <a:t>truly random</a:t>
            </a:r>
            <a:r>
              <a:rPr b="0" dirty="0">
                <a:solidFill>
                  <a:srgbClr val="B0B8D4"/>
                </a:solidFill>
                <a:latin typeface="Inter"/>
              </a:rPr>
              <a:t> </a:t>
            </a:r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21171" y="1721302"/>
            <a:ext cx="304792" cy="24618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16459" y="1630153"/>
            <a:ext cx="2376805" cy="418961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535"/>
              </a:lnSpc>
              <a:spcBef>
                <a:spcPts val="0"/>
              </a:spcBef>
              <a:spcAft>
                <a:spcPts val="780"/>
              </a:spcAft>
            </a:pPr>
            <a:r>
              <a:rPr sz="2000" b="1" dirty="0">
                <a:solidFill>
                  <a:srgbClr val="FFFFFF"/>
                </a:solidFill>
                <a:latin typeface="Inter"/>
              </a:rPr>
              <a:t>Proving Randomness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1181" y="1965961"/>
            <a:ext cx="5629134" cy="976036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275"/>
              </a:lnSpc>
              <a:spcBef>
                <a:spcPts val="0"/>
              </a:spcBef>
              <a:spcAft>
                <a:spcPts val="0"/>
              </a:spcAft>
            </a:pPr>
            <a:r>
              <a:rPr b="0" dirty="0">
                <a:solidFill>
                  <a:srgbClr val="B0B8D4"/>
                </a:solidFill>
                <a:latin typeface="Inter"/>
              </a:rPr>
              <a:t>Distinguishing true randomness from unpredictability remains a fundamental challenge in computational systems and cryptography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D2D42D6-6904-8DDE-56D9-0F00E850BC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6725" y="2955535"/>
            <a:ext cx="10854703" cy="388316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5052"/>
            <a:ext cx="12191695" cy="809625"/>
          </a:xfrm>
          <a:prstGeom prst="rect">
            <a:avLst/>
          </a:prstGeom>
          <a:solidFill>
            <a:srgbClr val="00D4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TextBox 2"/>
          <p:cNvSpPr txBox="1"/>
          <p:nvPr/>
        </p:nvSpPr>
        <p:spPr>
          <a:xfrm>
            <a:off x="609584" y="114300"/>
            <a:ext cx="6829254" cy="5715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900"/>
              </a:lnSpc>
              <a:spcBef>
                <a:spcPts val="0"/>
              </a:spcBef>
              <a:spcAft>
                <a:spcPts val="0"/>
              </a:spcAft>
            </a:pPr>
            <a:r>
              <a:rPr sz="2392" b="1">
                <a:solidFill>
                  <a:srgbClr val="FFFFFF"/>
                </a:solidFill>
                <a:latin typeface="Space Grotesk"/>
              </a:rPr>
              <a:t>Types of Random Number Generators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09584" y="1065595"/>
            <a:ext cx="342891" cy="28969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66773" y="956270"/>
            <a:ext cx="3911455" cy="50834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>
              <a:lnSpc>
                <a:spcPts val="3120"/>
              </a:lnSpc>
            </a:pPr>
            <a:r>
              <a:rPr sz="2800" b="1" dirty="0">
                <a:solidFill>
                  <a:srgbClr val="FFFFFF"/>
                </a:solidFill>
                <a:latin typeface="Space Grotesk"/>
              </a:rPr>
              <a:t>True RNGs</a:t>
            </a:r>
            <a:r>
              <a:rPr lang="en-US" sz="2800" b="1" dirty="0">
                <a:solidFill>
                  <a:srgbClr val="FFFFFF"/>
                </a:solidFill>
                <a:latin typeface="Space Grotesk"/>
              </a:rPr>
              <a:t> (</a:t>
            </a:r>
            <a:r>
              <a:rPr lang="en-US" sz="2800" dirty="0">
                <a:solidFill>
                  <a:srgbClr val="00D4FF"/>
                </a:solidFill>
                <a:latin typeface="Inter"/>
              </a:rPr>
              <a:t>truly random</a:t>
            </a:r>
            <a:r>
              <a:rPr lang="en-US" sz="2800" b="1" dirty="0">
                <a:solidFill>
                  <a:srgbClr val="FFFFFF"/>
                </a:solidFill>
                <a:latin typeface="Space Grotesk"/>
              </a:rPr>
              <a:t>)</a:t>
            </a:r>
            <a:endParaRPr sz="2800" b="1" dirty="0">
              <a:solidFill>
                <a:srgbClr val="FFFFFF"/>
              </a:solidFill>
              <a:latin typeface="Space Grotesk"/>
            </a:endParaRP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66773" y="1715266"/>
            <a:ext cx="190495" cy="9524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33466" y="1596652"/>
            <a:ext cx="3406253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Non-deterministic physical sources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66773" y="2134366"/>
            <a:ext cx="190495" cy="9524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333466" y="2015752"/>
            <a:ext cx="3196644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Thermal noise, user input timing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66773" y="2572516"/>
            <a:ext cx="190495" cy="9524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333466" y="2453902"/>
            <a:ext cx="3095784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Quantum effects and processes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66773" y="2991616"/>
            <a:ext cx="190495" cy="9524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33466" y="2873002"/>
            <a:ext cx="2928494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Distillation process for quality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66773" y="3429765"/>
            <a:ext cx="190495" cy="95249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333466" y="3311151"/>
            <a:ext cx="3446456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Must satisfy </a:t>
            </a:r>
            <a:r>
              <a:rPr b="0">
                <a:solidFill>
                  <a:srgbClr val="00D4FF"/>
                </a:solidFill>
                <a:latin typeface="Inter"/>
              </a:rPr>
              <a:t>strict statistical criteria</a:t>
            </a:r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217566" y="1072168"/>
            <a:ext cx="342891" cy="24239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674755" y="939195"/>
            <a:ext cx="5626797" cy="50834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>
              <a:lnSpc>
                <a:spcPts val="3120"/>
              </a:lnSpc>
            </a:pPr>
            <a:r>
              <a:rPr sz="2800" b="1" dirty="0">
                <a:solidFill>
                  <a:srgbClr val="FFFFFF"/>
                </a:solidFill>
                <a:latin typeface="Space Grotesk"/>
              </a:rPr>
              <a:t>Pseudorandom RNGs</a:t>
            </a:r>
            <a:r>
              <a:rPr lang="en-US" sz="2800" b="1" dirty="0">
                <a:solidFill>
                  <a:srgbClr val="FFFFFF"/>
                </a:solidFill>
                <a:latin typeface="Space Grotesk"/>
              </a:rPr>
              <a:t> (</a:t>
            </a:r>
            <a:r>
              <a:rPr lang="en-US" sz="2800" dirty="0">
                <a:solidFill>
                  <a:srgbClr val="00D4FF"/>
                </a:solidFill>
                <a:latin typeface="Inter"/>
              </a:rPr>
              <a:t>unpredictable</a:t>
            </a:r>
            <a:r>
              <a:rPr lang="en-US" sz="2800" b="1" dirty="0">
                <a:solidFill>
                  <a:srgbClr val="FFFFFF"/>
                </a:solidFill>
                <a:latin typeface="Space Grotesk"/>
              </a:rPr>
              <a:t>)</a:t>
            </a:r>
            <a:endParaRPr sz="2800" b="1" dirty="0">
              <a:solidFill>
                <a:srgbClr val="FFFFFF"/>
              </a:solidFill>
              <a:latin typeface="Space Grotesk"/>
            </a:endParaRPr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781630" y="1698191"/>
            <a:ext cx="190495" cy="95249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048323" y="1579576"/>
            <a:ext cx="3794950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Deterministic mathematical algorithms</a:t>
            </a:r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781630" y="2126816"/>
            <a:ext cx="190495" cy="95249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048323" y="2008202"/>
            <a:ext cx="2958823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Require </a:t>
            </a:r>
            <a:r>
              <a:rPr b="0">
                <a:solidFill>
                  <a:srgbClr val="00D4FF"/>
                </a:solidFill>
                <a:latin typeface="Inter"/>
              </a:rPr>
              <a:t>random seed</a:t>
            </a:r>
            <a:r>
              <a:rPr b="0">
                <a:solidFill>
                  <a:srgbClr val="B0B8D4"/>
                </a:solidFill>
                <a:latin typeface="Inter"/>
              </a:rPr>
              <a:t> as input</a:t>
            </a:r>
          </a:p>
        </p:txBody>
      </p:sp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781630" y="2555441"/>
            <a:ext cx="190495" cy="95249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048323" y="2436827"/>
            <a:ext cx="3452292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Generate pseudorandom sequence</a:t>
            </a:r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781630" y="2984066"/>
            <a:ext cx="190495" cy="95249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048323" y="2865452"/>
            <a:ext cx="3462551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Seed must come from RNG outputs</a:t>
            </a:r>
          </a:p>
        </p:txBody>
      </p:sp>
      <p:pic>
        <p:nvPicPr>
          <p:cNvPr id="30" name="Picture 29" descr="image.png"/>
          <p:cNvPicPr>
            <a:picLocks noChangeAspect="1"/>
          </p:cNvPicPr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781630" y="3412690"/>
            <a:ext cx="190495" cy="95249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048323" y="3294076"/>
            <a:ext cx="2735364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Efficient for large quantities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732433CC-A673-FC55-CC18-C134CA89CAE1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93613" y="4287379"/>
            <a:ext cx="10150954" cy="209515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09625"/>
          </a:xfrm>
          <a:prstGeom prst="rect">
            <a:avLst/>
          </a:prstGeom>
          <a:solidFill>
            <a:srgbClr val="00D4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TextBox 2"/>
          <p:cNvSpPr txBox="1"/>
          <p:nvPr/>
        </p:nvSpPr>
        <p:spPr>
          <a:xfrm>
            <a:off x="609584" y="109714"/>
            <a:ext cx="5033814" cy="58067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9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Space Grotesk"/>
              </a:rPr>
              <a:t>Importance of Random Numbers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09584" y="748399"/>
            <a:ext cx="5181470" cy="1619250"/>
          </a:xfrm>
          <a:prstGeom prst="roundRect">
            <a:avLst>
              <a:gd name="adj" fmla="val 9411"/>
            </a:avLst>
          </a:prstGeom>
          <a:solidFill>
            <a:srgbClr val="00D4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38179" y="1059747"/>
            <a:ext cx="380990" cy="29170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565" y="948500"/>
            <a:ext cx="3304110" cy="45704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730"/>
              </a:lnSpc>
              <a:spcBef>
                <a:spcPts val="0"/>
              </a:spcBef>
              <a:spcAft>
                <a:spcPts val="520"/>
              </a:spcAft>
            </a:pPr>
            <a:r>
              <a:rPr sz="2400" b="1">
                <a:solidFill>
                  <a:srgbClr val="FFFFFF"/>
                </a:solidFill>
                <a:latin typeface="Space Grotesk"/>
              </a:rPr>
              <a:t>Monte Carlo Simulations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565" y="1442046"/>
            <a:ext cx="4190895" cy="708207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27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Sampling large phase spaces for complex system modeling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9584" y="2672449"/>
            <a:ext cx="5181470" cy="1619250"/>
          </a:xfrm>
          <a:prstGeom prst="roundRect">
            <a:avLst>
              <a:gd name="adj" fmla="val 9411"/>
            </a:avLst>
          </a:prstGeom>
          <a:solidFill>
            <a:srgbClr val="00D4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38179" y="3013563"/>
            <a:ext cx="380990" cy="23217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371565" y="2872551"/>
            <a:ext cx="1024576" cy="45704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730"/>
              </a:lnSpc>
              <a:spcBef>
                <a:spcPts val="0"/>
              </a:spcBef>
              <a:spcAft>
                <a:spcPts val="520"/>
              </a:spcAft>
            </a:pPr>
            <a:r>
              <a:rPr sz="2400" b="1">
                <a:solidFill>
                  <a:srgbClr val="FFFFFF"/>
                </a:solidFill>
                <a:latin typeface="Space Grotesk"/>
              </a:rPr>
              <a:t>Games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565" y="3366095"/>
            <a:ext cx="4190895" cy="708207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27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Ensuring unique and unbiased user experiences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639" y="919849"/>
            <a:ext cx="5181470" cy="1276350"/>
          </a:xfrm>
          <a:prstGeom prst="roundRect">
            <a:avLst>
              <a:gd name="adj" fmla="val 11940"/>
            </a:avLst>
          </a:prstGeom>
          <a:solidFill>
            <a:srgbClr val="00D4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29234" y="1207384"/>
            <a:ext cx="380990" cy="33932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162620" y="1119950"/>
            <a:ext cx="1871794" cy="45704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730"/>
              </a:lnSpc>
              <a:spcBef>
                <a:spcPts val="0"/>
              </a:spcBef>
              <a:spcAft>
                <a:spcPts val="520"/>
              </a:spcAft>
            </a:pPr>
            <a:r>
              <a:rPr sz="2400" b="1">
                <a:solidFill>
                  <a:srgbClr val="FFFFFF"/>
                </a:solidFill>
                <a:latin typeface="Space Grotesk"/>
              </a:rPr>
              <a:t>Cryptography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62620" y="1686771"/>
            <a:ext cx="4113498" cy="39292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27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 </a:t>
            </a:r>
            <a:r>
              <a:rPr b="0">
                <a:solidFill>
                  <a:srgbClr val="00D4FF"/>
                </a:solidFill>
                <a:latin typeface="Inter"/>
              </a:rPr>
              <a:t>Fundamental basis</a:t>
            </a:r>
            <a:r>
              <a:rPr b="0">
                <a:solidFill>
                  <a:srgbClr val="B0B8D4"/>
                </a:solidFill>
                <a:latin typeface="Inter"/>
              </a:rPr>
              <a:t> of Internet commerce 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639" y="2500999"/>
            <a:ext cx="5181470" cy="1619250"/>
          </a:xfrm>
          <a:prstGeom prst="roundRect">
            <a:avLst>
              <a:gd name="adj" fmla="val 9411"/>
            </a:avLst>
          </a:prstGeom>
          <a:solidFill>
            <a:srgbClr val="00D4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29234" y="2812347"/>
            <a:ext cx="380990" cy="291703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162620" y="2701101"/>
            <a:ext cx="3319370" cy="45704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730"/>
              </a:lnSpc>
              <a:spcBef>
                <a:spcPts val="0"/>
              </a:spcBef>
              <a:spcAft>
                <a:spcPts val="520"/>
              </a:spcAft>
            </a:pPr>
            <a:r>
              <a:rPr sz="2400" b="1">
                <a:solidFill>
                  <a:srgbClr val="FFFFFF"/>
                </a:solidFill>
                <a:latin typeface="Space Grotesk"/>
              </a:rPr>
              <a:t>Mathematics &amp; Statistics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62620" y="3194644"/>
            <a:ext cx="4190895" cy="708207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27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Theoretical foundations and applied contexts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7FCBA89F-91C8-E32C-BEF6-5C617B3806F1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38179" y="4478577"/>
            <a:ext cx="10576158" cy="213338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09625"/>
          </a:xfrm>
          <a:prstGeom prst="rect">
            <a:avLst/>
          </a:prstGeom>
          <a:solidFill>
            <a:srgbClr val="00D4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TextBox 2"/>
          <p:cNvSpPr txBox="1"/>
          <p:nvPr/>
        </p:nvSpPr>
        <p:spPr>
          <a:xfrm>
            <a:off x="609584" y="114300"/>
            <a:ext cx="6143471" cy="5715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900"/>
              </a:lnSpc>
              <a:spcBef>
                <a:spcPts val="0"/>
              </a:spcBef>
              <a:spcAft>
                <a:spcPts val="0"/>
              </a:spcAft>
            </a:pPr>
            <a:r>
              <a:rPr sz="2392" b="1">
                <a:solidFill>
                  <a:srgbClr val="FFFFFF"/>
                </a:solidFill>
                <a:latin typeface="Space Grotesk"/>
              </a:rPr>
              <a:t>Statistical Testing Core Concepts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09584" y="1286203"/>
            <a:ext cx="342891" cy="26604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66773" y="1165054"/>
            <a:ext cx="2879443" cy="50834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Space Grotesk"/>
              </a:rPr>
              <a:t>Purpose of Testing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66773" y="1928683"/>
            <a:ext cx="209544" cy="1812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90615" y="1851364"/>
            <a:ext cx="4129079" cy="402546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40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 Systematic test suite for </a:t>
            </a:r>
            <a:r>
              <a:rPr b="0">
                <a:solidFill>
                  <a:srgbClr val="00D4FF"/>
                </a:solidFill>
                <a:latin typeface="Inter"/>
              </a:rPr>
              <a:t>all types of RNGs</a:t>
            </a:r>
            <a:r>
              <a:rPr b="0">
                <a:solidFill>
                  <a:srgbClr val="B0B8D4"/>
                </a:solidFill>
                <a:latin typeface="Inter"/>
              </a:rPr>
              <a:t> 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66773" y="2433508"/>
            <a:ext cx="209544" cy="1812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390615" y="2356190"/>
            <a:ext cx="4718471" cy="402546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40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 Detect deviations from </a:t>
            </a:r>
            <a:r>
              <a:rPr b="0">
                <a:solidFill>
                  <a:srgbClr val="00D4FF"/>
                </a:solidFill>
                <a:latin typeface="Inter"/>
              </a:rPr>
              <a:t>truly random sequences</a:t>
            </a:r>
            <a:r>
              <a:rPr b="0">
                <a:solidFill>
                  <a:srgbClr val="B0B8D4"/>
                </a:solidFill>
                <a:latin typeface="Inter"/>
              </a:rPr>
              <a:t> 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66773" y="2947858"/>
            <a:ext cx="209544" cy="1812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390615" y="2870540"/>
            <a:ext cx="4509824" cy="402546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40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Identify patterns or biases in binary sequences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9584" y="3629025"/>
            <a:ext cx="6200619" cy="1695449"/>
          </a:xfrm>
          <a:prstGeom prst="roundRect">
            <a:avLst>
              <a:gd name="adj" fmla="val 8988"/>
            </a:avLst>
          </a:prstGeom>
          <a:solidFill>
            <a:srgbClr val="00D4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3" name="Round Same Side Corner Rectangle 12"/>
          <p:cNvSpPr/>
          <p:nvPr/>
        </p:nvSpPr>
        <p:spPr>
          <a:xfrm rot="16200000">
            <a:off x="-172100" y="4410709"/>
            <a:ext cx="1695449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76278" y="3943764"/>
            <a:ext cx="266693" cy="20872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257268" y="3833883"/>
            <a:ext cx="1712072" cy="418961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535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000" b="1" dirty="0">
                <a:solidFill>
                  <a:srgbClr val="FFFFFF"/>
                </a:solidFill>
                <a:latin typeface="Space Grotesk"/>
              </a:rPr>
              <a:t>Very Basic Test</a:t>
            </a:r>
            <a:endParaRPr sz="2000" b="1" dirty="0">
              <a:solidFill>
                <a:srgbClr val="FFFFFF"/>
              </a:solidFill>
              <a:latin typeface="Space Grotesk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876278" y="4375510"/>
            <a:ext cx="5705332" cy="726353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405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000" dirty="0">
                <a:solidFill>
                  <a:srgbClr val="B0B8D4"/>
                </a:solidFill>
                <a:latin typeface="Inter"/>
              </a:rPr>
              <a:t>O</a:t>
            </a:r>
            <a:r>
              <a:rPr lang="en-US" sz="2000" b="0" dirty="0">
                <a:solidFill>
                  <a:srgbClr val="B0B8D4"/>
                </a:solidFill>
                <a:latin typeface="Inter"/>
              </a:rPr>
              <a:t>ne of the best ways to measure how </a:t>
            </a:r>
            <a:r>
              <a:rPr lang="en-US" sz="2000" b="1" dirty="0">
                <a:solidFill>
                  <a:schemeClr val="bg1"/>
                </a:solidFill>
                <a:latin typeface="Inter"/>
              </a:rPr>
              <a:t>random</a:t>
            </a:r>
            <a:r>
              <a:rPr lang="en-US" sz="2000" b="0" dirty="0">
                <a:solidFill>
                  <a:srgbClr val="B0B8D4"/>
                </a:solidFill>
                <a:latin typeface="Inter"/>
              </a:rPr>
              <a:t> a file is involves trying to </a:t>
            </a:r>
            <a:r>
              <a:rPr lang="en-US" sz="2000" b="1" dirty="0">
                <a:solidFill>
                  <a:schemeClr val="bg1"/>
                </a:solidFill>
                <a:latin typeface="Inter"/>
              </a:rPr>
              <a:t>compress</a:t>
            </a:r>
            <a:r>
              <a:rPr lang="en-US" sz="2000" b="0" dirty="0">
                <a:solidFill>
                  <a:srgbClr val="B0B8D4"/>
                </a:solidFill>
                <a:latin typeface="Inter"/>
              </a:rPr>
              <a:t> it.</a:t>
            </a:r>
            <a:endParaRPr sz="2000" b="0" dirty="0">
              <a:solidFill>
                <a:srgbClr val="B0B8D4"/>
              </a:solidFill>
              <a:latin typeface="Inter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609584" y="5629275"/>
            <a:ext cx="6200619" cy="1257300"/>
          </a:xfrm>
          <a:prstGeom prst="roundRect">
            <a:avLst>
              <a:gd name="adj" fmla="val 12121"/>
            </a:avLst>
          </a:prstGeom>
          <a:solidFill>
            <a:srgbClr val="00D4FF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8" name="TextBox 17"/>
          <p:cNvSpPr txBox="1"/>
          <p:nvPr/>
        </p:nvSpPr>
        <p:spPr>
          <a:xfrm>
            <a:off x="761980" y="5769832"/>
            <a:ext cx="5895827" cy="623761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8A92A8"/>
                </a:solidFill>
                <a:latin typeface="Inter"/>
              </a:rPr>
              <a:t>"Falsely accepting a sequence as good when the generator was actually bad."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1980" y="6425248"/>
            <a:ext cx="1633909" cy="34163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520"/>
              </a:spcBef>
              <a:spcAft>
                <a:spcPts val="0"/>
              </a:spcAft>
            </a:pPr>
            <a:r>
              <a:rPr sz="1600" b="0">
                <a:solidFill>
                  <a:srgbClr val="5A6278"/>
                </a:solidFill>
                <a:latin typeface="Inter"/>
              </a:rPr>
              <a:t>— NIST SP 800-22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572185" y="1428750"/>
            <a:ext cx="4009924" cy="3619499"/>
          </a:xfrm>
          <a:prstGeom prst="rect">
            <a:avLst/>
          </a:prstGeom>
          <a:solidFill>
            <a:srgbClr val="00D4FF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1" name="Rectangle 20"/>
          <p:cNvSpPr/>
          <p:nvPr/>
        </p:nvSpPr>
        <p:spPr>
          <a:xfrm>
            <a:off x="7572185" y="1428750"/>
            <a:ext cx="4009924" cy="3619499"/>
          </a:xfrm>
          <a:prstGeom prst="rect">
            <a:avLst/>
          </a:prstGeom>
          <a:blipFill>
            <a:blip r:embed="rId5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2" name="Rounded Rectangle 21"/>
          <p:cNvSpPr/>
          <p:nvPr/>
        </p:nvSpPr>
        <p:spPr>
          <a:xfrm>
            <a:off x="7572185" y="5238749"/>
            <a:ext cx="4009924" cy="1409699"/>
          </a:xfrm>
          <a:prstGeom prst="roundRect">
            <a:avLst>
              <a:gd name="adj" fmla="val 10810"/>
            </a:avLst>
          </a:prstGeom>
          <a:solidFill>
            <a:srgbClr val="00D4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3" name="TextBox 22"/>
          <p:cNvSpPr txBox="1"/>
          <p:nvPr/>
        </p:nvSpPr>
        <p:spPr>
          <a:xfrm>
            <a:off x="7762680" y="5396361"/>
            <a:ext cx="1662378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FFFFFF"/>
                </a:solidFill>
                <a:latin typeface="Inter"/>
              </a:rPr>
              <a:t>Test Framework</a:t>
            </a:r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086822" y="5446834"/>
            <a:ext cx="304792" cy="26963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762680" y="5846032"/>
            <a:ext cx="3628934" cy="623761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015"/>
              </a:lnSpc>
              <a:spcBef>
                <a:spcPts val="78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Rigorous, systematic testing methodology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09625"/>
          </a:xfrm>
          <a:prstGeom prst="rect">
            <a:avLst/>
          </a:prstGeom>
          <a:solidFill>
            <a:srgbClr val="00D4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TextBox 2"/>
          <p:cNvSpPr txBox="1"/>
          <p:nvPr/>
        </p:nvSpPr>
        <p:spPr>
          <a:xfrm>
            <a:off x="609584" y="114300"/>
            <a:ext cx="5629134" cy="5715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900"/>
              </a:lnSpc>
              <a:spcBef>
                <a:spcPts val="0"/>
              </a:spcBef>
              <a:spcAft>
                <a:spcPts val="0"/>
              </a:spcAft>
            </a:pPr>
            <a:r>
              <a:rPr sz="2392" b="1">
                <a:solidFill>
                  <a:srgbClr val="FFFFFF"/>
                </a:solidFill>
                <a:latin typeface="Space Grotesk"/>
              </a:rPr>
              <a:t>The Null Hypothesis &amp; P-values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09584" y="1504950"/>
            <a:ext cx="5181470" cy="1362075"/>
          </a:xfrm>
          <a:prstGeom prst="roundRect">
            <a:avLst>
              <a:gd name="adj" fmla="val 11188"/>
            </a:avLst>
          </a:prstGeom>
          <a:solidFill>
            <a:srgbClr val="00D4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5" name="Round Same Side Corner Rectangle 4"/>
          <p:cNvSpPr/>
          <p:nvPr/>
        </p:nvSpPr>
        <p:spPr>
          <a:xfrm rot="16200000">
            <a:off x="-5413" y="2119947"/>
            <a:ext cx="1362075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76278" y="1825869"/>
            <a:ext cx="304792" cy="23446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295367" y="1705052"/>
            <a:ext cx="2731773" cy="45704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73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Space Grotesk"/>
              </a:rPr>
              <a:t>Null Hypothesis (H₀)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95367" y="2260940"/>
            <a:ext cx="3755002" cy="402546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40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 The sequence being tested is </a:t>
            </a:r>
            <a:r>
              <a:rPr b="0">
                <a:solidFill>
                  <a:srgbClr val="00D4FF"/>
                </a:solidFill>
                <a:latin typeface="Inter"/>
              </a:rPr>
              <a:t>random</a:t>
            </a:r>
            <a:r>
              <a:rPr b="0">
                <a:solidFill>
                  <a:srgbClr val="B0B8D4"/>
                </a:solidFill>
                <a:latin typeface="Inter"/>
              </a:rPr>
              <a:t> 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09584" y="3192531"/>
            <a:ext cx="266693" cy="1681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90575" y="3076837"/>
            <a:ext cx="1965795" cy="418576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405"/>
              </a:lnSpc>
              <a:spcBef>
                <a:spcPts val="0"/>
              </a:spcBef>
              <a:spcAft>
                <a:spcPts val="520"/>
              </a:spcAft>
            </a:pPr>
            <a:r>
              <a:rPr sz="2000" b="1">
                <a:solidFill>
                  <a:srgbClr val="FFFFFF"/>
                </a:solidFill>
                <a:latin typeface="Inter"/>
              </a:rPr>
              <a:t>Very Low P-value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0575" y="3500885"/>
            <a:ext cx="3423630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&lt; 10⁻⁶ → </a:t>
            </a:r>
            <a:r>
              <a:rPr b="0">
                <a:solidFill>
                  <a:srgbClr val="EF4444"/>
                </a:solidFill>
                <a:latin typeface="Inter"/>
              </a:rPr>
              <a:t>Reject H₀</a:t>
            </a:r>
            <a:r>
              <a:rPr b="0">
                <a:solidFill>
                  <a:srgbClr val="B0B8D4"/>
                </a:solidFill>
                <a:latin typeface="Inter"/>
              </a:rPr>
              <a:t> (Bad generator)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09584" y="4096992"/>
            <a:ext cx="266693" cy="22611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90575" y="4010287"/>
            <a:ext cx="1471750" cy="418576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405"/>
              </a:lnSpc>
              <a:spcBef>
                <a:spcPts val="0"/>
              </a:spcBef>
              <a:spcAft>
                <a:spcPts val="520"/>
              </a:spcAft>
            </a:pPr>
            <a:r>
              <a:rPr sz="2000" b="1">
                <a:solidFill>
                  <a:srgbClr val="FFFFFF"/>
                </a:solidFill>
                <a:latin typeface="Inter"/>
              </a:rPr>
              <a:t>High P-value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0575" y="4466371"/>
            <a:ext cx="4800479" cy="649409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&gt; 0.01 → Insufficient evidence to reject, but </a:t>
            </a:r>
            <a:r>
              <a:rPr b="0">
                <a:solidFill>
                  <a:srgbClr val="22C55E"/>
                </a:solidFill>
                <a:latin typeface="Inter"/>
              </a:rPr>
              <a:t>cannot prove</a:t>
            </a:r>
            <a:r>
              <a:rPr b="0">
                <a:solidFill>
                  <a:srgbClr val="B0B8D4"/>
                </a:solidFill>
                <a:latin typeface="Inter"/>
              </a:rPr>
              <a:t> H₀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9584" y="5295899"/>
            <a:ext cx="5181470" cy="1333500"/>
          </a:xfrm>
          <a:prstGeom prst="roundRect">
            <a:avLst>
              <a:gd name="adj" fmla="val 11428"/>
            </a:avLst>
          </a:prstGeom>
          <a:solidFill>
            <a:srgbClr val="00D4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6" name="TextBox 15"/>
          <p:cNvSpPr txBox="1"/>
          <p:nvPr/>
        </p:nvSpPr>
        <p:spPr>
          <a:xfrm>
            <a:off x="800079" y="5474558"/>
            <a:ext cx="4800479" cy="623761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8A92A8"/>
                </a:solidFill>
                <a:latin typeface="Inter"/>
              </a:rPr>
              <a:t>"The null hypothesis can never be proven to be true, it can only fail to be observed to fail."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079" y="6129973"/>
            <a:ext cx="1233351" cy="34163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520"/>
              </a:spcBef>
              <a:spcAft>
                <a:spcPts val="0"/>
              </a:spcAft>
            </a:pPr>
            <a:r>
              <a:rPr sz="1600" b="0">
                <a:solidFill>
                  <a:srgbClr val="5A6278"/>
                </a:solidFill>
                <a:latin typeface="Inter"/>
              </a:rPr>
              <a:t>— DieHarder</a:t>
            </a:r>
          </a:p>
        </p:txBody>
      </p:sp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00639" y="1296865"/>
            <a:ext cx="304792" cy="187569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819729" y="1162127"/>
            <a:ext cx="2679580" cy="45704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73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Space Grotesk"/>
              </a:rPr>
              <a:t>P-value Distribution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9729" y="1743075"/>
            <a:ext cx="4762380" cy="68580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27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 For good RNGs, P-values should be </a:t>
            </a:r>
            <a:r>
              <a:rPr b="0">
                <a:solidFill>
                  <a:srgbClr val="00D4FF"/>
                </a:solidFill>
                <a:latin typeface="Inter"/>
              </a:rPr>
              <a:t>uniformly distributed</a:t>
            </a:r>
            <a:r>
              <a:rPr b="0">
                <a:solidFill>
                  <a:srgbClr val="B0B8D4"/>
                </a:solidFill>
                <a:latin typeface="Inter"/>
              </a:rPr>
              <a:t> across [0, 1) 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639" y="2647949"/>
            <a:ext cx="5181470" cy="2286000"/>
          </a:xfrm>
          <a:prstGeom prst="rect">
            <a:avLst/>
          </a:prstGeom>
          <a:solidFill>
            <a:srgbClr val="00D4FF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2" name="Rectangle 21"/>
          <p:cNvSpPr/>
          <p:nvPr/>
        </p:nvSpPr>
        <p:spPr>
          <a:xfrm>
            <a:off x="6400639" y="2647949"/>
            <a:ext cx="5181470" cy="2286000"/>
          </a:xfrm>
          <a:prstGeom prst="rect">
            <a:avLst/>
          </a:prstGeom>
          <a:blipFill>
            <a:blip r:embed="rId6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3" name="Rounded Rectangle 22"/>
          <p:cNvSpPr/>
          <p:nvPr/>
        </p:nvSpPr>
        <p:spPr>
          <a:xfrm>
            <a:off x="6400639" y="5162550"/>
            <a:ext cx="5181470" cy="1771650"/>
          </a:xfrm>
          <a:prstGeom prst="roundRect">
            <a:avLst>
              <a:gd name="adj" fmla="val 8602"/>
            </a:avLst>
          </a:prstGeom>
          <a:solidFill>
            <a:srgbClr val="00D4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91135" y="5425705"/>
            <a:ext cx="247643" cy="17853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953076" y="5321624"/>
            <a:ext cx="2869825" cy="40575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520"/>
              </a:spcAft>
            </a:pPr>
            <a:r>
              <a:rPr sz="2000" b="1">
                <a:solidFill>
                  <a:srgbClr val="FFFFFF"/>
                </a:solidFill>
                <a:latin typeface="Inter"/>
              </a:rPr>
              <a:t>Kolmogorov-Smirnov Test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53076" y="5787540"/>
            <a:ext cx="4438539" cy="94077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Evaluates uniformity of P-value distributions to determine probability of observing them in random sampling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09625"/>
          </a:xfrm>
          <a:prstGeom prst="rect">
            <a:avLst/>
          </a:prstGeom>
          <a:solidFill>
            <a:srgbClr val="00D4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TextBox 2"/>
          <p:cNvSpPr txBox="1"/>
          <p:nvPr/>
        </p:nvSpPr>
        <p:spPr>
          <a:xfrm>
            <a:off x="609584" y="114300"/>
            <a:ext cx="5924401" cy="5715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900"/>
              </a:lnSpc>
              <a:spcBef>
                <a:spcPts val="0"/>
              </a:spcBef>
              <a:spcAft>
                <a:spcPts val="0"/>
              </a:spcAft>
            </a:pPr>
            <a:r>
              <a:rPr sz="2392" b="1">
                <a:solidFill>
                  <a:srgbClr val="FFFFFF"/>
                </a:solidFill>
                <a:latin typeface="Space Grotesk"/>
              </a:rPr>
              <a:t>Key Test Suites - NIST SP 800-22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09584" y="1182342"/>
            <a:ext cx="266693" cy="22611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52476" y="1090683"/>
            <a:ext cx="1021370" cy="418961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535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Space Grotesk"/>
              </a:rPr>
              <a:t>Purpose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2476" y="1588358"/>
            <a:ext cx="4914777" cy="623761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 Extend Diehard's methodology • Focus on </a:t>
            </a:r>
            <a:r>
              <a:rPr b="0">
                <a:solidFill>
                  <a:srgbClr val="00D4FF"/>
                </a:solidFill>
                <a:latin typeface="Inter"/>
              </a:rPr>
              <a:t>bit-level randomness</a:t>
            </a:r>
            <a:r>
              <a:rPr b="0">
                <a:solidFill>
                  <a:srgbClr val="B0B8D4"/>
                </a:solidFill>
                <a:latin typeface="Inter"/>
              </a:rPr>
              <a:t> for cryptographic applications 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09584" y="2467389"/>
            <a:ext cx="266693" cy="20872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52476" y="2367032"/>
            <a:ext cx="989886" cy="418961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535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Space Grotesk"/>
              </a:rPr>
              <a:t>15 Tests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476" y="2840786"/>
            <a:ext cx="2062231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B0B8D4"/>
                </a:solidFill>
                <a:latin typeface="Inter"/>
              </a:rPr>
              <a:t>• Frequency (Monobit)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86062" y="2840786"/>
            <a:ext cx="1081002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B0B8D4"/>
                </a:solidFill>
                <a:latin typeface="Inter"/>
              </a:rPr>
              <a:t>• Runs Test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476" y="3202737"/>
            <a:ext cx="1876476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B0B8D4"/>
                </a:solidFill>
                <a:latin typeface="Inter"/>
              </a:rPr>
              <a:t>• Binary Matrix Rank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86062" y="3202737"/>
            <a:ext cx="1504771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B0B8D4"/>
                </a:solidFill>
                <a:latin typeface="Inter"/>
              </a:rPr>
              <a:t>• DFT Transform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476" y="3564687"/>
            <a:ext cx="1909882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B0B8D4"/>
                </a:solidFill>
                <a:latin typeface="Inter"/>
              </a:rPr>
              <a:t>• Universal Statistical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86062" y="3564687"/>
            <a:ext cx="1787733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B0B8D4"/>
                </a:solidFill>
                <a:latin typeface="Inter"/>
              </a:rPr>
              <a:t>• Linear Complexity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476" y="3926636"/>
            <a:ext cx="1133900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B0B8D4"/>
                </a:solidFill>
                <a:latin typeface="Inter"/>
              </a:rPr>
              <a:t>• Serial Test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86062" y="3926636"/>
            <a:ext cx="2066400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B0B8D4"/>
                </a:solidFill>
                <a:latin typeface="Inter"/>
              </a:rPr>
              <a:t>• Approximate Entropy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2476" y="4288586"/>
            <a:ext cx="1727589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B0B8D4"/>
                </a:solidFill>
                <a:latin typeface="Inter"/>
              </a:rPr>
              <a:t>• Cumulative Sums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86062" y="4288586"/>
            <a:ext cx="1910908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B0B8D4"/>
                </a:solidFill>
                <a:latin typeface="Inter"/>
              </a:rPr>
              <a:t>• Random Excursions</a:t>
            </a:r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09584" y="4878042"/>
            <a:ext cx="266693" cy="226115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52476" y="4776858"/>
            <a:ext cx="1952714" cy="418961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535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Space Grotesk"/>
              </a:rPr>
              <a:t>Design Principles</a:t>
            </a:r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2476" y="5368738"/>
            <a:ext cx="190495" cy="140073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219169" y="5255136"/>
            <a:ext cx="3758786" cy="36728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00D4FF"/>
                </a:solidFill>
                <a:latin typeface="Inter"/>
              </a:rPr>
              <a:t>Unpredictability</a:t>
            </a:r>
            <a:r>
              <a:rPr b="0">
                <a:solidFill>
                  <a:srgbClr val="B0B8D4"/>
                </a:solidFill>
                <a:latin typeface="Inter"/>
              </a:rPr>
              <a:t> — Essential for crypto</a:t>
            </a:r>
          </a:p>
        </p:txBody>
      </p:sp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2476" y="5740213"/>
            <a:ext cx="190495" cy="140073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219169" y="5626611"/>
            <a:ext cx="4048288" cy="36728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00D4FF"/>
                </a:solidFill>
                <a:latin typeface="Inter"/>
              </a:rPr>
              <a:t>Scalability</a:t>
            </a:r>
            <a:r>
              <a:rPr b="0">
                <a:solidFill>
                  <a:srgbClr val="B0B8D4"/>
                </a:solidFill>
                <a:latin typeface="Inter"/>
              </a:rPr>
              <a:t> — Tests apply to subsequences</a:t>
            </a:r>
          </a:p>
        </p:txBody>
      </p:sp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2476" y="6121213"/>
            <a:ext cx="190495" cy="140073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219169" y="6007610"/>
            <a:ext cx="2766270" cy="36728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00D4FF"/>
                </a:solidFill>
                <a:latin typeface="Inter"/>
              </a:rPr>
              <a:t>Consistency</a:t>
            </a:r>
            <a:r>
              <a:rPr b="0">
                <a:solidFill>
                  <a:srgbClr val="B0B8D4"/>
                </a:solidFill>
                <a:latin typeface="Inter"/>
              </a:rPr>
              <a:t> — Across seeds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24441" y="1476375"/>
            <a:ext cx="5257668" cy="3028950"/>
          </a:xfrm>
          <a:prstGeom prst="roundRect">
            <a:avLst>
              <a:gd name="adj" fmla="val 5031"/>
            </a:avLst>
          </a:prstGeom>
          <a:solidFill>
            <a:srgbClr val="EF4444">
              <a:alpha val="10000"/>
            </a:srgbClr>
          </a:solidFill>
          <a:ln w="1651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72085" y="1810078"/>
            <a:ext cx="342891" cy="266043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029274" y="1702856"/>
            <a:ext cx="1980542" cy="470963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925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Space Grotesk"/>
              </a:rPr>
              <a:t>Current Status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72085" y="2281307"/>
            <a:ext cx="4026615" cy="418961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535"/>
              </a:lnSpc>
              <a:spcBef>
                <a:spcPts val="0"/>
              </a:spcBef>
              <a:spcAft>
                <a:spcPts val="1040"/>
              </a:spcAft>
            </a:pPr>
            <a:r>
              <a:rPr sz="2000" b="1">
                <a:solidFill>
                  <a:srgbClr val="EF4444"/>
                </a:solidFill>
                <a:latin typeface="Inter"/>
              </a:rPr>
              <a:t>"Clearly Obsolete, Possibly Harmful"</a:t>
            </a:r>
          </a:p>
        </p:txBody>
      </p:sp>
      <p:pic>
        <p:nvPicPr>
          <p:cNvPr id="31" name="Picture 30" descr="image.png"/>
          <p:cNvPicPr>
            <a:picLocks noChangeAspect="1"/>
          </p:cNvPicPr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72085" y="2903837"/>
            <a:ext cx="209544" cy="135924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857828" y="2797686"/>
            <a:ext cx="4032835" cy="36728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No longer used by NIST's DRBG validation</a:t>
            </a:r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72085" y="3322937"/>
            <a:ext cx="209544" cy="135924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857828" y="3236181"/>
            <a:ext cx="4476638" cy="623761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Weak PRNGs can pass, creating </a:t>
            </a:r>
            <a:r>
              <a:rPr b="0">
                <a:solidFill>
                  <a:srgbClr val="EF4444"/>
                </a:solidFill>
                <a:latin typeface="Inter"/>
              </a:rPr>
              <a:t>false confidence</a:t>
            </a:r>
          </a:p>
        </p:txBody>
      </p:sp>
      <p:pic>
        <p:nvPicPr>
          <p:cNvPr id="35" name="Picture 34" descr="image.png"/>
          <p:cNvPicPr>
            <a:picLocks noChangeAspect="1"/>
          </p:cNvPicPr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72085" y="4037312"/>
            <a:ext cx="209544" cy="135924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6857828" y="3931160"/>
            <a:ext cx="4232762" cy="36728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Purely statistical, not cryptographic security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324441" y="4695824"/>
            <a:ext cx="5257668" cy="1485900"/>
          </a:xfrm>
          <a:prstGeom prst="roundRect">
            <a:avLst>
              <a:gd name="adj" fmla="val 10256"/>
            </a:avLst>
          </a:prstGeom>
          <a:solidFill>
            <a:srgbClr val="00D4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14937" y="4951227"/>
            <a:ext cx="247643" cy="213094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6838779" y="4854900"/>
            <a:ext cx="1512915" cy="40575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Space Grotesk"/>
              </a:rPr>
              <a:t>Key Criticism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14937" y="5334656"/>
            <a:ext cx="4876678" cy="665439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FIPS 140-3 requires more robust SP 800-90A and SP 800-90B standards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09625"/>
          </a:xfrm>
          <a:prstGeom prst="rect">
            <a:avLst/>
          </a:prstGeom>
          <a:solidFill>
            <a:srgbClr val="00D4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TextBox 2"/>
          <p:cNvSpPr txBox="1"/>
          <p:nvPr/>
        </p:nvSpPr>
        <p:spPr>
          <a:xfrm>
            <a:off x="609584" y="114300"/>
            <a:ext cx="4552836" cy="5715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900"/>
              </a:lnSpc>
              <a:spcBef>
                <a:spcPts val="0"/>
              </a:spcBef>
              <a:spcAft>
                <a:spcPts val="0"/>
              </a:spcAft>
            </a:pPr>
            <a:r>
              <a:rPr sz="2392" b="1">
                <a:solidFill>
                  <a:srgbClr val="FFFFFF"/>
                </a:solidFill>
                <a:latin typeface="Space Grotesk"/>
              </a:rPr>
              <a:t>Key Test Suites - Diehard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46330" y="1216582"/>
            <a:ext cx="342891" cy="30742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3519" y="1116125"/>
            <a:ext cx="1567737" cy="50834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Space Grotesk"/>
              </a:rPr>
              <a:t>Strengths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03519" y="1844641"/>
            <a:ext cx="228594" cy="19430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46410" y="1789396"/>
            <a:ext cx="4381390" cy="74295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535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B0B8D4"/>
                </a:solidFill>
                <a:latin typeface="Inter"/>
              </a:rPr>
              <a:t> Strong reputation for testing </a:t>
            </a:r>
            <a:r>
              <a:rPr sz="2000" b="0">
                <a:solidFill>
                  <a:srgbClr val="22C55E"/>
                </a:solidFill>
                <a:latin typeface="Inter"/>
              </a:rPr>
              <a:t>subtle non-randomness</a:t>
            </a:r>
            <a:r>
              <a:rPr sz="2000" b="0">
                <a:solidFill>
                  <a:srgbClr val="B0B8D4"/>
                </a:solidFill>
                <a:latin typeface="Inter"/>
              </a:rPr>
              <a:t> 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03519" y="2739991"/>
            <a:ext cx="228594" cy="19430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46410" y="2684745"/>
            <a:ext cx="4381390" cy="74295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535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B0B8D4"/>
                </a:solidFill>
                <a:latin typeface="Inter"/>
              </a:rPr>
              <a:t> From </a:t>
            </a:r>
            <a:r>
              <a:rPr sz="2000" b="0">
                <a:solidFill>
                  <a:srgbClr val="22C55E"/>
                </a:solidFill>
                <a:latin typeface="Inter"/>
              </a:rPr>
              <a:t>bit-sequence</a:t>
            </a:r>
            <a:r>
              <a:rPr sz="2000" b="0">
                <a:solidFill>
                  <a:srgbClr val="B0B8D4"/>
                </a:solidFill>
                <a:latin typeface="Inter"/>
              </a:rPr>
              <a:t> to uniform deviate distributions 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03519" y="3635341"/>
            <a:ext cx="228594" cy="19430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046410" y="3556354"/>
            <a:ext cx="3574312" cy="418961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535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B0B8D4"/>
                </a:solidFill>
                <a:latin typeface="Inter"/>
              </a:rPr>
              <a:t> Developed by </a:t>
            </a:r>
            <a:r>
              <a:rPr sz="2000" b="0">
                <a:solidFill>
                  <a:srgbClr val="22C55E"/>
                </a:solidFill>
                <a:latin typeface="Inter"/>
              </a:rPr>
              <a:t>George Marsaglia</a:t>
            </a:r>
            <a:r>
              <a:rPr sz="2000" b="0">
                <a:solidFill>
                  <a:srgbClr val="B0B8D4"/>
                </a:solidFill>
                <a:latin typeface="Inter"/>
              </a:rPr>
              <a:t> </a:t>
            </a:r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037385" y="1355187"/>
            <a:ext cx="342891" cy="277867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494574" y="1239949"/>
            <a:ext cx="5863336" cy="50834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Space Grotesk"/>
              </a:rPr>
              <a:t>Weaknesses (Addressed by Dieharder)</a:t>
            </a:r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94574" y="2216733"/>
            <a:ext cx="209544" cy="1359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818416" y="2116853"/>
            <a:ext cx="3781292" cy="38331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 Limited tests for </a:t>
            </a:r>
            <a:r>
              <a:rPr b="0">
                <a:solidFill>
                  <a:srgbClr val="EF4444"/>
                </a:solidFill>
                <a:latin typeface="Inter"/>
              </a:rPr>
              <a:t>bit-level randomness</a:t>
            </a:r>
            <a:r>
              <a:rPr b="0">
                <a:solidFill>
                  <a:srgbClr val="B0B8D4"/>
                </a:solidFill>
                <a:latin typeface="Inter"/>
              </a:rPr>
              <a:t> </a:t>
            </a:r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94574" y="2664408"/>
            <a:ext cx="209544" cy="13592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818416" y="2564529"/>
            <a:ext cx="2956450" cy="38331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 Lack of </a:t>
            </a:r>
            <a:r>
              <a:rPr b="0">
                <a:solidFill>
                  <a:srgbClr val="EF4444"/>
                </a:solidFill>
                <a:latin typeface="Inter"/>
              </a:rPr>
              <a:t>parametric variability</a:t>
            </a:r>
            <a:r>
              <a:rPr b="0">
                <a:solidFill>
                  <a:srgbClr val="B0B8D4"/>
                </a:solidFill>
                <a:latin typeface="Inter"/>
              </a:rPr>
              <a:t> </a:t>
            </a:r>
          </a:p>
        </p:txBody>
      </p:sp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94574" y="3102558"/>
            <a:ext cx="209544" cy="13592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818416" y="3002678"/>
            <a:ext cx="3682162" cy="38331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 Many tests lacked </a:t>
            </a:r>
            <a:r>
              <a:rPr b="0">
                <a:solidFill>
                  <a:srgbClr val="EF4444"/>
                </a:solidFill>
                <a:latin typeface="Inter"/>
              </a:rPr>
              <a:t>concluding KS test</a:t>
            </a:r>
            <a:r>
              <a:rPr b="0">
                <a:solidFill>
                  <a:srgbClr val="B0B8D4"/>
                </a:solidFill>
                <a:latin typeface="Inter"/>
              </a:rPr>
              <a:t> </a:t>
            </a:r>
          </a:p>
        </p:txBody>
      </p:sp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94574" y="3540708"/>
            <a:ext cx="209544" cy="13592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818416" y="3461690"/>
            <a:ext cx="4400439" cy="665439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 </a:t>
            </a:r>
            <a:r>
              <a:rPr b="0">
                <a:solidFill>
                  <a:srgbClr val="EF4444"/>
                </a:solidFill>
                <a:latin typeface="Inter"/>
              </a:rPr>
              <a:t>Partially overlapping</a:t>
            </a:r>
            <a:r>
              <a:rPr b="0">
                <a:solidFill>
                  <a:srgbClr val="B0B8D4"/>
                </a:solidFill>
                <a:latin typeface="Inter"/>
              </a:rPr>
              <a:t> sequences (not truly independent) </a:t>
            </a:r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94574" y="4321758"/>
            <a:ext cx="209544" cy="135924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818416" y="4221878"/>
            <a:ext cx="2177134" cy="38331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 </a:t>
            </a:r>
            <a:r>
              <a:rPr b="0">
                <a:solidFill>
                  <a:srgbClr val="EF4444"/>
                </a:solidFill>
                <a:latin typeface="Inter"/>
              </a:rPr>
              <a:t>Ambiguous licensing</a:t>
            </a:r>
            <a:r>
              <a:rPr b="0">
                <a:solidFill>
                  <a:srgbClr val="B0B8D4"/>
                </a:solidFill>
                <a:latin typeface="Inter"/>
              </a:rPr>
              <a:t> </a:t>
            </a: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DBF5A96D-B4F3-7644-474E-31CB444C2B02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811227" y="4727782"/>
            <a:ext cx="7772400" cy="208644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" name="Picture 48">
            <a:extLst>
              <a:ext uri="{FF2B5EF4-FFF2-40B4-BE49-F238E27FC236}">
                <a16:creationId xmlns:a16="http://schemas.microsoft.com/office/drawing/2014/main" id="{D15050F9-3A6C-A854-7391-47A14CE1BCCE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70817" y="4432157"/>
            <a:ext cx="7772400" cy="2199136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809625"/>
          </a:xfrm>
          <a:prstGeom prst="rect">
            <a:avLst/>
          </a:prstGeom>
          <a:solidFill>
            <a:srgbClr val="00D4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TextBox 2"/>
          <p:cNvSpPr txBox="1"/>
          <p:nvPr/>
        </p:nvSpPr>
        <p:spPr>
          <a:xfrm>
            <a:off x="609584" y="114300"/>
            <a:ext cx="4924301" cy="5715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900"/>
              </a:lnSpc>
              <a:spcBef>
                <a:spcPts val="0"/>
              </a:spcBef>
              <a:spcAft>
                <a:spcPts val="0"/>
              </a:spcAft>
            </a:pPr>
            <a:r>
              <a:rPr sz="2392" b="1">
                <a:solidFill>
                  <a:srgbClr val="FFFFFF"/>
                </a:solidFill>
                <a:latin typeface="Space Grotesk"/>
              </a:rPr>
              <a:t>Key Test Suites - Dieharder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09584" y="1558436"/>
            <a:ext cx="304792" cy="2549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28674" y="1457402"/>
            <a:ext cx="1568635" cy="45704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73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Space Grotesk"/>
              </a:rPr>
              <a:t>Motivation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28674" y="2104767"/>
            <a:ext cx="209544" cy="15291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14417" y="2013382"/>
            <a:ext cx="3105081" cy="38331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Address weaknesses of Diehard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28674" y="2552442"/>
            <a:ext cx="209544" cy="15291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314417" y="2461058"/>
            <a:ext cx="3064429" cy="38331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Extend RNG testing capabilities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28674" y="2990592"/>
            <a:ext cx="209544" cy="15291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314417" y="2920069"/>
            <a:ext cx="3381290" cy="665439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Provide comprehensive test framework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564380" y="330955"/>
            <a:ext cx="266693" cy="226115"/>
          </a:xfrm>
          <a:prstGeom prst="rect">
            <a:avLst/>
          </a:prstGeom>
        </p:spPr>
      </p:pic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305292" y="494836"/>
            <a:ext cx="285742" cy="24492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705332" y="388778"/>
            <a:ext cx="3994042" cy="45704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73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Space Grotesk"/>
              </a:rPr>
              <a:t>Key Features &amp; Improvements</a:t>
            </a:r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305292" y="1174384"/>
            <a:ext cx="209544" cy="18123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591035" y="1089236"/>
            <a:ext cx="1968296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FFFFFF"/>
                </a:solidFill>
                <a:latin typeface="Inter"/>
              </a:rPr>
              <a:t>KS Test for All Tests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91035" y="1438788"/>
            <a:ext cx="2352182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260"/>
              </a:spcBef>
              <a:spcAft>
                <a:spcPts val="0"/>
              </a:spcAft>
            </a:pPr>
            <a:r>
              <a:rPr sz="1600" b="0">
                <a:solidFill>
                  <a:srgbClr val="8A92A8"/>
                </a:solidFill>
                <a:latin typeface="Inter"/>
              </a:rPr>
              <a:t>Single P-value from KS test</a:t>
            </a:r>
          </a:p>
        </p:txBody>
      </p:sp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553236" y="1174384"/>
            <a:ext cx="209544" cy="181232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838979" y="1089236"/>
            <a:ext cx="2309415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FFFFFF"/>
                </a:solidFill>
                <a:latin typeface="Inter"/>
              </a:rPr>
              <a:t>Adjustable Parameters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38979" y="1438788"/>
            <a:ext cx="2044342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260"/>
              </a:spcBef>
              <a:spcAft>
                <a:spcPts val="0"/>
              </a:spcAft>
            </a:pPr>
            <a:r>
              <a:rPr sz="1600" b="0">
                <a:solidFill>
                  <a:srgbClr val="8A92A8"/>
                </a:solidFill>
                <a:latin typeface="Inter"/>
              </a:rPr>
              <a:t>Parametric exploration</a:t>
            </a:r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305292" y="1926859"/>
            <a:ext cx="209544" cy="181232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591035" y="1841712"/>
            <a:ext cx="1848263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FFFFFF"/>
                </a:solidFill>
                <a:latin typeface="Inter"/>
              </a:rPr>
              <a:t>Visual Histograms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91035" y="2191263"/>
            <a:ext cx="1844929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260"/>
              </a:spcBef>
              <a:spcAft>
                <a:spcPts val="0"/>
              </a:spcAft>
            </a:pPr>
            <a:r>
              <a:rPr sz="1600" b="0">
                <a:solidFill>
                  <a:srgbClr val="8A92A8"/>
                </a:solidFill>
                <a:latin typeface="Inter"/>
              </a:rPr>
              <a:t>P-value distributions</a:t>
            </a:r>
          </a:p>
        </p:txBody>
      </p:sp>
      <p:pic>
        <p:nvPicPr>
          <p:cNvPr id="31" name="Picture 30" descr="image.png"/>
          <p:cNvPicPr>
            <a:picLocks noChangeAspect="1"/>
          </p:cNvPicPr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553236" y="1926859"/>
            <a:ext cx="209544" cy="181232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8838979" y="1841712"/>
            <a:ext cx="1913281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FFFFFF"/>
                </a:solidFill>
                <a:latin typeface="Inter"/>
              </a:rPr>
              <a:t>Modular Structure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38979" y="2191263"/>
            <a:ext cx="2557880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260"/>
              </a:spcBef>
              <a:spcAft>
                <a:spcPts val="0"/>
              </a:spcAft>
            </a:pPr>
            <a:r>
              <a:rPr sz="1600" b="0">
                <a:solidFill>
                  <a:srgbClr val="8A92A8"/>
                </a:solidFill>
                <a:latin typeface="Inter"/>
              </a:rPr>
              <a:t>Easy to create/maintain tests</a:t>
            </a:r>
          </a:p>
        </p:txBody>
      </p:sp>
      <p:pic>
        <p:nvPicPr>
          <p:cNvPr id="34" name="Picture 33" descr="image.png"/>
          <p:cNvPicPr>
            <a:picLocks noChangeAspect="1"/>
          </p:cNvPicPr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305292" y="2679334"/>
            <a:ext cx="209544" cy="181232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5591035" y="2594186"/>
            <a:ext cx="1628459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FFFFFF"/>
                </a:solidFill>
                <a:latin typeface="Inter"/>
              </a:rPr>
              <a:t>Rewritten Code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591035" y="2943738"/>
            <a:ext cx="2192523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260"/>
              </a:spcBef>
              <a:spcAft>
                <a:spcPts val="0"/>
              </a:spcAft>
            </a:pPr>
            <a:r>
              <a:rPr sz="1600" b="0">
                <a:solidFill>
                  <a:srgbClr val="8A92A8"/>
                </a:solidFill>
                <a:latin typeface="Inter"/>
              </a:rPr>
              <a:t>Well-commented C code</a:t>
            </a:r>
          </a:p>
        </p:txBody>
      </p:sp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553236" y="2679334"/>
            <a:ext cx="209544" cy="181232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8838979" y="2594186"/>
            <a:ext cx="1610377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FFFFFF"/>
                </a:solidFill>
                <a:latin typeface="Inter"/>
              </a:rPr>
              <a:t>GSL Integration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38979" y="2943738"/>
            <a:ext cx="1904304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260"/>
              </a:spcBef>
              <a:spcAft>
                <a:spcPts val="0"/>
              </a:spcAft>
            </a:pPr>
            <a:r>
              <a:rPr sz="1600" b="0">
                <a:solidFill>
                  <a:srgbClr val="8A92A8"/>
                </a:solidFill>
                <a:latin typeface="Inter"/>
              </a:rPr>
              <a:t>Gnu Scientific Library</a:t>
            </a:r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305292" y="3431809"/>
            <a:ext cx="209544" cy="181232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5591035" y="3346662"/>
            <a:ext cx="2295693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FFFFFF"/>
                </a:solidFill>
                <a:latin typeface="Inter"/>
              </a:rPr>
              <a:t>Long Sequence Testing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591035" y="3696213"/>
            <a:ext cx="1772473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260"/>
              </a:spcBef>
              <a:spcAft>
                <a:spcPts val="0"/>
              </a:spcAft>
            </a:pPr>
            <a:r>
              <a:rPr sz="1600" b="0">
                <a:solidFill>
                  <a:srgbClr val="8A92A8"/>
                </a:solidFill>
                <a:latin typeface="Inter"/>
              </a:rPr>
              <a:t>Up to 10¹⁸ numbers</a:t>
            </a:r>
          </a:p>
        </p:txBody>
      </p:sp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553236" y="3431809"/>
            <a:ext cx="209544" cy="181232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8838979" y="3346662"/>
            <a:ext cx="1310295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FFFFFF"/>
                </a:solidFill>
                <a:latin typeface="Inter"/>
              </a:rPr>
              <a:t>Extensibility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838979" y="3696213"/>
            <a:ext cx="2251770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260"/>
              </a:spcBef>
              <a:spcAft>
                <a:spcPts val="0"/>
              </a:spcAft>
            </a:pPr>
            <a:r>
              <a:rPr sz="1600" b="0">
                <a:solidFill>
                  <a:srgbClr val="8A92A8"/>
                </a:solidFill>
                <a:latin typeface="Inter"/>
              </a:rPr>
              <a:t>Incorporate all test suites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591035" y="4099137"/>
            <a:ext cx="1609671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FFFFFF"/>
                </a:solidFill>
                <a:latin typeface="Inter"/>
              </a:rPr>
              <a:t>Timing Harness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591035" y="4448687"/>
            <a:ext cx="1850635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260"/>
              </a:spcBef>
              <a:spcAft>
                <a:spcPts val="0"/>
              </a:spcAft>
            </a:pPr>
            <a:r>
              <a:rPr sz="1600" b="0">
                <a:solidFill>
                  <a:srgbClr val="8A92A8"/>
                </a:solidFill>
                <a:latin typeface="Inter"/>
              </a:rPr>
              <a:t>Measure RNG speed</a:t>
            </a:r>
          </a:p>
        </p:txBody>
      </p:sp>
      <p:pic>
        <p:nvPicPr>
          <p:cNvPr id="50" name="Picture 49">
            <a:extLst>
              <a:ext uri="{FF2B5EF4-FFF2-40B4-BE49-F238E27FC236}">
                <a16:creationId xmlns:a16="http://schemas.microsoft.com/office/drawing/2014/main" id="{76850572-6916-8910-9426-2EEB88DE70E1}"/>
              </a:ext>
            </a:extLst>
          </p:cNvPr>
          <p:cNvPicPr>
            <a:picLocks noChangeAspect="1"/>
          </p:cNvPicPr>
          <p:nvPr/>
        </p:nvPicPr>
        <p:blipFill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408189" y="4403041"/>
            <a:ext cx="2902294" cy="219913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09625"/>
          </a:xfrm>
          <a:prstGeom prst="rect">
            <a:avLst/>
          </a:prstGeom>
          <a:solidFill>
            <a:srgbClr val="00D4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TextBox 2"/>
          <p:cNvSpPr txBox="1"/>
          <p:nvPr/>
        </p:nvSpPr>
        <p:spPr>
          <a:xfrm>
            <a:off x="609584" y="114300"/>
            <a:ext cx="5972025" cy="5715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900"/>
              </a:lnSpc>
              <a:spcBef>
                <a:spcPts val="0"/>
              </a:spcBef>
              <a:spcAft>
                <a:spcPts val="0"/>
              </a:spcAft>
            </a:pPr>
            <a:r>
              <a:rPr sz="2392" b="1">
                <a:solidFill>
                  <a:srgbClr val="FFFFFF"/>
                </a:solidFill>
                <a:latin typeface="Space Grotesk"/>
              </a:rPr>
              <a:t>Modern Perspectives &amp; Critiques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09584" y="1286607"/>
            <a:ext cx="304792" cy="2461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28674" y="1169457"/>
            <a:ext cx="6838347" cy="470963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925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Space Grotesk"/>
              </a:rPr>
              <a:t>Critiques of Traditional Black-Box Testing (SP 800-22)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9584" y="1847849"/>
            <a:ext cx="5371965" cy="1390650"/>
          </a:xfrm>
          <a:prstGeom prst="roundRect">
            <a:avLst>
              <a:gd name="adj" fmla="val 10958"/>
            </a:avLst>
          </a:prstGeom>
          <a:solidFill>
            <a:srgbClr val="EF444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7" name="Round Same Side Corner Rectangle 6"/>
          <p:cNvSpPr/>
          <p:nvPr/>
        </p:nvSpPr>
        <p:spPr>
          <a:xfrm rot="16200000">
            <a:off x="-19701" y="2477134"/>
            <a:ext cx="1390650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38179" y="2102167"/>
            <a:ext cx="228594" cy="1771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81070" y="2013382"/>
            <a:ext cx="2199961" cy="38331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520"/>
              </a:spcAft>
            </a:pPr>
            <a:r>
              <a:rPr b="1">
                <a:solidFill>
                  <a:srgbClr val="FFFFFF"/>
                </a:solidFill>
                <a:latin typeface="Inter"/>
              </a:rPr>
              <a:t>Outdated Foundation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1070" y="2426558"/>
            <a:ext cx="4609984" cy="623761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Predates modern cryptography and information theory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9584" y="3390899"/>
            <a:ext cx="5371965" cy="1390650"/>
          </a:xfrm>
          <a:prstGeom prst="roundRect">
            <a:avLst>
              <a:gd name="adj" fmla="val 10958"/>
            </a:avLst>
          </a:prstGeom>
          <a:solidFill>
            <a:srgbClr val="EF444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2" name="Round Same Side Corner Rectangle 11"/>
          <p:cNvSpPr/>
          <p:nvPr/>
        </p:nvSpPr>
        <p:spPr>
          <a:xfrm rot="16200000">
            <a:off x="-19701" y="4020184"/>
            <a:ext cx="1390650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38179" y="3662362"/>
            <a:ext cx="228594" cy="14287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181070" y="3556433"/>
            <a:ext cx="1451744" cy="38331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520"/>
              </a:spcAft>
            </a:pPr>
            <a:r>
              <a:rPr b="1">
                <a:solidFill>
                  <a:srgbClr val="FFFFFF"/>
                </a:solidFill>
                <a:latin typeface="Inter"/>
              </a:rPr>
              <a:t>Limited Focus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1070" y="3969607"/>
            <a:ext cx="4609984" cy="623761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Focuses on statistical properties, not cryptographic security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9584" y="4924424"/>
            <a:ext cx="5371965" cy="1390650"/>
          </a:xfrm>
          <a:prstGeom prst="roundRect">
            <a:avLst>
              <a:gd name="adj" fmla="val 10958"/>
            </a:avLst>
          </a:prstGeom>
          <a:solidFill>
            <a:srgbClr val="EF444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7" name="Round Same Side Corner Rectangle 16"/>
          <p:cNvSpPr/>
          <p:nvPr/>
        </p:nvSpPr>
        <p:spPr>
          <a:xfrm rot="16200000">
            <a:off x="-19701" y="5553709"/>
            <a:ext cx="1390650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38179" y="5164455"/>
            <a:ext cx="228594" cy="205739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181070" y="5089958"/>
            <a:ext cx="2495620" cy="38331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520"/>
              </a:spcAft>
            </a:pPr>
            <a:r>
              <a:rPr b="1">
                <a:solidFill>
                  <a:srgbClr val="FFFFFF"/>
                </a:solidFill>
                <a:latin typeface="Inter"/>
              </a:rPr>
              <a:t>Missing Security Context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1070" y="5512657"/>
            <a:ext cx="4609984" cy="623761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Fails to consider computational hardness of breaking generators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0144" y="1847849"/>
            <a:ext cx="5371965" cy="1390650"/>
          </a:xfrm>
          <a:prstGeom prst="roundRect">
            <a:avLst>
              <a:gd name="adj" fmla="val 10958"/>
            </a:avLst>
          </a:prstGeom>
          <a:solidFill>
            <a:srgbClr val="EF444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2" name="Round Same Side Corner Rectangle 21"/>
          <p:cNvSpPr/>
          <p:nvPr/>
        </p:nvSpPr>
        <p:spPr>
          <a:xfrm rot="16200000">
            <a:off x="5580859" y="2477134"/>
            <a:ext cx="1390650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38739" y="2102167"/>
            <a:ext cx="228594" cy="17716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781630" y="2013382"/>
            <a:ext cx="1748043" cy="38331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520"/>
              </a:spcAft>
            </a:pPr>
            <a:r>
              <a:rPr b="1">
                <a:solidFill>
                  <a:srgbClr val="FFFFFF"/>
                </a:solidFill>
                <a:latin typeface="Inter"/>
              </a:rPr>
              <a:t>False Confidence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81630" y="2426558"/>
            <a:ext cx="4609984" cy="623761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Weak generators can pass, creating </a:t>
            </a:r>
            <a:r>
              <a:rPr b="0">
                <a:solidFill>
                  <a:srgbClr val="EF4444"/>
                </a:solidFill>
                <a:latin typeface="Inter"/>
              </a:rPr>
              <a:t>false confidence</a:t>
            </a:r>
            <a:r>
              <a:rPr b="0">
                <a:solidFill>
                  <a:srgbClr val="B0B8D4"/>
                </a:solidFill>
                <a:latin typeface="Inter"/>
              </a:rPr>
              <a:t> in insecure systems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0144" y="3390899"/>
            <a:ext cx="5371965" cy="1390650"/>
          </a:xfrm>
          <a:prstGeom prst="roundRect">
            <a:avLst>
              <a:gd name="adj" fmla="val 10958"/>
            </a:avLst>
          </a:prstGeom>
          <a:solidFill>
            <a:srgbClr val="EF444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7" name="Round Same Side Corner Rectangle 26"/>
          <p:cNvSpPr/>
          <p:nvPr/>
        </p:nvSpPr>
        <p:spPr>
          <a:xfrm rot="16200000">
            <a:off x="5580859" y="4020184"/>
            <a:ext cx="1390650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38739" y="3625215"/>
            <a:ext cx="228594" cy="21717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781630" y="3556433"/>
            <a:ext cx="2048125" cy="38331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520"/>
              </a:spcAft>
            </a:pPr>
            <a:r>
              <a:rPr b="1">
                <a:solidFill>
                  <a:srgbClr val="FFFFFF"/>
                </a:solidFill>
                <a:latin typeface="Inter"/>
              </a:rPr>
              <a:t>Incomplete Security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81630" y="3969607"/>
            <a:ext cx="4609984" cy="623761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B0B8D4"/>
                </a:solidFill>
                <a:latin typeface="Inter"/>
              </a:rPr>
              <a:t>Inadequate addressing of physical/interface security and backdoors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10144" y="4924424"/>
            <a:ext cx="5371965" cy="1181099"/>
          </a:xfrm>
          <a:prstGeom prst="roundRect">
            <a:avLst>
              <a:gd name="adj" fmla="val 12903"/>
            </a:avLst>
          </a:prstGeom>
          <a:solidFill>
            <a:srgbClr val="00D4FF">
              <a:alpha val="10000"/>
            </a:srgbClr>
          </a:solidFill>
          <a:ln w="1651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32" name="Picture 31" descr="image.png"/>
          <p:cNvPicPr>
            <a:picLocks noChangeAspect="1"/>
          </p:cNvPicPr>
          <p:nvPr/>
        </p:nvPicPr>
        <p:blipFill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57788" y="5401917"/>
            <a:ext cx="266693" cy="226115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6838779" y="5164623"/>
            <a:ext cx="4495687" cy="700705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D4FF"/>
                </a:solidFill>
                <a:latin typeface="Inter"/>
              </a:rPr>
              <a:t>Modern Requirements Go Beyond Statistical Testing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09625"/>
          </a:xfrm>
          <a:prstGeom prst="rect">
            <a:avLst/>
          </a:prstGeom>
          <a:solidFill>
            <a:srgbClr val="00D4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TextBox 2"/>
          <p:cNvSpPr txBox="1"/>
          <p:nvPr/>
        </p:nvSpPr>
        <p:spPr>
          <a:xfrm>
            <a:off x="609584" y="114300"/>
            <a:ext cx="10191495" cy="5715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900"/>
              </a:lnSpc>
              <a:spcBef>
                <a:spcPts val="0"/>
              </a:spcBef>
              <a:spcAft>
                <a:spcPts val="0"/>
              </a:spcAft>
            </a:pPr>
            <a:r>
              <a:rPr sz="2392" b="1">
                <a:solidFill>
                  <a:srgbClr val="FFFFFF"/>
                </a:solidFill>
                <a:latin typeface="Space Grotesk"/>
              </a:rPr>
              <a:t>Modern Security Requirements for Cryptographic RNGs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09584" y="1189796"/>
            <a:ext cx="266693" cy="24930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90575" y="1085927"/>
            <a:ext cx="3003836" cy="45704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73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Space Grotesk"/>
              </a:rPr>
              <a:t>Evaluation Framework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9584" y="1666874"/>
            <a:ext cx="5371965" cy="942975"/>
          </a:xfrm>
          <a:prstGeom prst="roundRect">
            <a:avLst>
              <a:gd name="adj" fmla="val 16161"/>
            </a:avLst>
          </a:prstGeom>
          <a:solidFill>
            <a:srgbClr val="00D4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61980" y="1880029"/>
            <a:ext cx="209544" cy="16424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47723" y="1786386"/>
            <a:ext cx="3673121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FFFFFF"/>
                </a:solidFill>
                <a:latin typeface="Inter"/>
              </a:rPr>
              <a:t>Pseudorandom Generator Evaluation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23" y="2135937"/>
            <a:ext cx="4000198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260"/>
              </a:spcBef>
              <a:spcAft>
                <a:spcPts val="0"/>
              </a:spcAft>
            </a:pPr>
            <a:r>
              <a:rPr sz="1600" b="0">
                <a:solidFill>
                  <a:srgbClr val="8A92A8"/>
                </a:solidFill>
                <a:latin typeface="Inter"/>
              </a:rPr>
              <a:t>Mathematical proofs linking DRBG to AES/SHA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9584" y="2724150"/>
            <a:ext cx="5371965" cy="942975"/>
          </a:xfrm>
          <a:prstGeom prst="roundRect">
            <a:avLst>
              <a:gd name="adj" fmla="val 16161"/>
            </a:avLst>
          </a:prstGeom>
          <a:solidFill>
            <a:srgbClr val="00D4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61980" y="2937304"/>
            <a:ext cx="209544" cy="16424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47723" y="2843660"/>
            <a:ext cx="2708818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FFFFFF"/>
                </a:solidFill>
                <a:latin typeface="Inter"/>
              </a:rPr>
              <a:t>Implementation Validation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23" y="3193212"/>
            <a:ext cx="4192110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260"/>
              </a:spcBef>
              <a:spcAft>
                <a:spcPts val="0"/>
              </a:spcAft>
            </a:pPr>
            <a:r>
              <a:rPr sz="1600" b="0">
                <a:solidFill>
                  <a:srgbClr val="8A92A8"/>
                </a:solidFill>
                <a:latin typeface="Inter"/>
              </a:rPr>
              <a:t>Known Answer Tests (KATs) with formal methods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584" y="3781424"/>
            <a:ext cx="5371965" cy="942975"/>
          </a:xfrm>
          <a:prstGeom prst="roundRect">
            <a:avLst>
              <a:gd name="adj" fmla="val 16161"/>
            </a:avLst>
          </a:prstGeom>
          <a:solidFill>
            <a:srgbClr val="00D4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61980" y="4000242"/>
            <a:ext cx="209544" cy="15291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047723" y="3900935"/>
            <a:ext cx="2646750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FFFFFF"/>
                </a:solidFill>
                <a:latin typeface="Inter"/>
              </a:rPr>
              <a:t>Entropy Source Evaluation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7723" y="4250487"/>
            <a:ext cx="3609321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260"/>
              </a:spcBef>
              <a:spcAft>
                <a:spcPts val="0"/>
              </a:spcAft>
            </a:pPr>
            <a:r>
              <a:rPr sz="1600" b="0">
                <a:solidFill>
                  <a:srgbClr val="8A92A8"/>
                </a:solidFill>
                <a:latin typeface="Inter"/>
              </a:rPr>
              <a:t>Stochastic modeling for expected entropy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9584" y="4838699"/>
            <a:ext cx="5371965" cy="942975"/>
          </a:xfrm>
          <a:prstGeom prst="roundRect">
            <a:avLst>
              <a:gd name="adj" fmla="val 16161"/>
            </a:avLst>
          </a:prstGeom>
          <a:solidFill>
            <a:srgbClr val="00D4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61980" y="5034863"/>
            <a:ext cx="209544" cy="19822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47723" y="4958211"/>
            <a:ext cx="2685672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FFFFFF"/>
                </a:solidFill>
                <a:latin typeface="Inter"/>
              </a:rPr>
              <a:t>Physical/Interface Security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7723" y="5307762"/>
            <a:ext cx="4321504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260"/>
              </a:spcBef>
              <a:spcAft>
                <a:spcPts val="0"/>
              </a:spcAft>
            </a:pPr>
            <a:r>
              <a:rPr sz="1600" b="0">
                <a:solidFill>
                  <a:srgbClr val="8A92A8"/>
                </a:solidFill>
                <a:latin typeface="Inter"/>
              </a:rPr>
              <a:t>Robust protection from monitoring &amp; interference</a:t>
            </a:r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210144" y="1189796"/>
            <a:ext cx="266693" cy="24930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591135" y="1085927"/>
            <a:ext cx="2836995" cy="45704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73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Space Grotesk"/>
              </a:rPr>
              <a:t>Resistance to Attacks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0144" y="1666874"/>
            <a:ext cx="2628834" cy="1866899"/>
          </a:xfrm>
          <a:prstGeom prst="roundRect">
            <a:avLst>
              <a:gd name="adj" fmla="val 8163"/>
            </a:avLst>
          </a:prstGeom>
          <a:solidFill>
            <a:srgbClr val="A855F7">
              <a:alpha val="10000"/>
            </a:srgbClr>
          </a:solidFill>
          <a:ln w="1651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372165" y="1896940"/>
            <a:ext cx="304792" cy="187569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381590" y="2208945"/>
            <a:ext cx="2285942" cy="649409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ctr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FFFFFF"/>
                </a:solidFill>
                <a:latin typeface="Inter"/>
              </a:rPr>
              <a:t>Computational Indistinguishability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53276" y="1666874"/>
            <a:ext cx="2628834" cy="1866899"/>
          </a:xfrm>
          <a:prstGeom prst="roundRect">
            <a:avLst>
              <a:gd name="adj" fmla="val 8163"/>
            </a:avLst>
          </a:prstGeom>
          <a:solidFill>
            <a:srgbClr val="A855F7">
              <a:alpha val="10000"/>
            </a:srgbClr>
          </a:solidFill>
          <a:ln w="1651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9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15297" y="1872028"/>
            <a:ext cx="304792" cy="237392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9124721" y="2208945"/>
            <a:ext cx="2285942" cy="649409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ctr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FFFFFF"/>
                </a:solidFill>
                <a:latin typeface="Inter"/>
              </a:rPr>
              <a:t>Forward/Backward Secrecy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10144" y="3648074"/>
            <a:ext cx="2628834" cy="1866899"/>
          </a:xfrm>
          <a:prstGeom prst="roundRect">
            <a:avLst>
              <a:gd name="adj" fmla="val 8163"/>
            </a:avLst>
          </a:prstGeom>
          <a:solidFill>
            <a:srgbClr val="A855F7">
              <a:alpha val="10000"/>
            </a:srgbClr>
          </a:solidFill>
          <a:ln w="1651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31" name="Picture 30" descr="image.png"/>
          <p:cNvPicPr>
            <a:picLocks noChangeAspect="1"/>
          </p:cNvPicPr>
          <p:nvPr/>
        </p:nvPicPr>
        <p:blipFill>
          <a:blip r:embed="rId10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372165" y="3835644"/>
            <a:ext cx="304792" cy="272561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381590" y="4190145"/>
            <a:ext cx="2285942" cy="649409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ctr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FFFFFF"/>
                </a:solidFill>
                <a:latin typeface="Inter"/>
              </a:rPr>
              <a:t>No Backdoors/Trapdoors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953276" y="3648074"/>
            <a:ext cx="2628834" cy="1866899"/>
          </a:xfrm>
          <a:prstGeom prst="roundRect">
            <a:avLst>
              <a:gd name="adj" fmla="val 8163"/>
            </a:avLst>
          </a:prstGeom>
          <a:solidFill>
            <a:srgbClr val="A855F7">
              <a:alpha val="10000"/>
            </a:srgbClr>
          </a:solidFill>
          <a:ln w="1651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34" name="Picture 33" descr="image.png"/>
          <p:cNvPicPr>
            <a:picLocks noChangeAspect="1"/>
          </p:cNvPicPr>
          <p:nvPr/>
        </p:nvPicPr>
        <p:blipFill>
          <a:blip r:embed="rId11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15297" y="3863486"/>
            <a:ext cx="304792" cy="21687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9210737" y="4167636"/>
            <a:ext cx="2113912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FFFFFF"/>
                </a:solidFill>
                <a:latin typeface="Inter"/>
              </a:rPr>
              <a:t>Quantum Resistance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10144" y="5667374"/>
            <a:ext cx="5371965" cy="590549"/>
          </a:xfrm>
          <a:prstGeom prst="roundRect">
            <a:avLst>
              <a:gd name="adj" fmla="val 25806"/>
            </a:avLst>
          </a:prstGeom>
          <a:solidFill>
            <a:srgbClr val="00D4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1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362540" y="5854065"/>
            <a:ext cx="228594" cy="21717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667333" y="5784012"/>
            <a:ext cx="4013663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D4FF"/>
                </a:solidFill>
                <a:latin typeface="Inter"/>
              </a:rPr>
              <a:t>Modern Standards: SP 800-90 Series &amp; AIS-31</a:t>
            </a:r>
          </a:p>
        </p:txBody>
      </p:sp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1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201119" y="5879782"/>
            <a:ext cx="228594" cy="16573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71500"/>
          </a:xfrm>
          <a:prstGeom prst="rect">
            <a:avLst/>
          </a:prstGeom>
          <a:solidFill>
            <a:srgbClr val="00D4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TextBox 2"/>
          <p:cNvSpPr txBox="1"/>
          <p:nvPr/>
        </p:nvSpPr>
        <p:spPr>
          <a:xfrm>
            <a:off x="609584" y="0"/>
            <a:ext cx="6191095" cy="5715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900"/>
              </a:lnSpc>
              <a:spcBef>
                <a:spcPts val="0"/>
              </a:spcBef>
              <a:spcAft>
                <a:spcPts val="0"/>
              </a:spcAft>
            </a:pPr>
            <a:r>
              <a:rPr sz="2392" b="1">
                <a:solidFill>
                  <a:srgbClr val="FFFFFF"/>
                </a:solidFill>
                <a:latin typeface="Space Grotesk"/>
              </a:rPr>
              <a:t>Testing Frameworks and Datasets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09584" y="940316"/>
            <a:ext cx="247643" cy="195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33426" y="809702"/>
            <a:ext cx="3058145" cy="45704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73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Space Grotesk"/>
              </a:rPr>
              <a:t>Testing Tools Overview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9584" y="1390650"/>
            <a:ext cx="5371965" cy="1009649"/>
          </a:xfrm>
          <a:prstGeom prst="roundRect">
            <a:avLst>
              <a:gd name="adj" fmla="val 15094"/>
            </a:avLst>
          </a:prstGeom>
          <a:solidFill>
            <a:srgbClr val="00D4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61980" y="1625917"/>
            <a:ext cx="228594" cy="17716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66773" y="1511625"/>
            <a:ext cx="1213794" cy="40575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Inter"/>
              </a:rPr>
              <a:t>Dieharder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6773" y="1926386"/>
            <a:ext cx="4079258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8A92A8"/>
                </a:solidFill>
                <a:latin typeface="Inter"/>
              </a:rPr>
              <a:t>Extended methodology • KS test on all P-values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9584" y="2514600"/>
            <a:ext cx="5371965" cy="2343150"/>
          </a:xfrm>
          <a:prstGeom prst="roundRect">
            <a:avLst>
              <a:gd name="adj" fmla="val 6504"/>
            </a:avLst>
          </a:prstGeom>
          <a:solidFill>
            <a:srgbClr val="A855F7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61980" y="2755582"/>
            <a:ext cx="228594" cy="16573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66773" y="2635575"/>
            <a:ext cx="2354427" cy="40575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Inter"/>
              </a:rPr>
              <a:t>ent (Entropy Testing)</a:t>
            </a: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66773" y="3335286"/>
            <a:ext cx="171445" cy="14932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276318" y="3103071"/>
            <a:ext cx="2133546" cy="613758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8A92A8"/>
                </a:solidFill>
                <a:latin typeface="Inter"/>
              </a:rPr>
              <a:t>Entropy: 7.999994 bits/byte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486062" y="3335286"/>
            <a:ext cx="171445" cy="149327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695607" y="3231312"/>
            <a:ext cx="1584536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8A92A8"/>
                </a:solidFill>
                <a:latin typeface="Inter"/>
              </a:rPr>
              <a:t>Compression: 0%</a:t>
            </a:r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66773" y="3982986"/>
            <a:ext cx="171445" cy="149327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276318" y="3879012"/>
            <a:ext cx="2133546" cy="357277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8A92A8"/>
                </a:solidFill>
                <a:latin typeface="Inter"/>
              </a:rPr>
              <a:t>Chi-square: p ≈ 92.73%</a:t>
            </a:r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486062" y="3982986"/>
            <a:ext cx="171445" cy="149327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695607" y="3879012"/>
            <a:ext cx="1771575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8A92A8"/>
                </a:solidFill>
                <a:latin typeface="Inter"/>
              </a:rPr>
              <a:t>Mean: 127.5 (ideal)</a:t>
            </a:r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66773" y="4487811"/>
            <a:ext cx="171445" cy="149327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276318" y="4383837"/>
            <a:ext cx="2116092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8A92A8"/>
                </a:solidFill>
                <a:latin typeface="Inter"/>
              </a:rPr>
              <a:t>π estimate: error 0.04%</a:t>
            </a:r>
          </a:p>
        </p:txBody>
      </p:sp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486062" y="4487811"/>
            <a:ext cx="171445" cy="149327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3695607" y="4383837"/>
            <a:ext cx="2017027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8A92A8"/>
                </a:solidFill>
                <a:latin typeface="Inter"/>
              </a:rPr>
              <a:t>Correlation: 0.0 (ideal)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09584" y="4972050"/>
            <a:ext cx="5371965" cy="933449"/>
          </a:xfrm>
          <a:prstGeom prst="roundRect">
            <a:avLst>
              <a:gd name="adj" fmla="val 16326"/>
            </a:avLst>
          </a:prstGeom>
          <a:solidFill>
            <a:srgbClr val="00D4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61980" y="5355907"/>
            <a:ext cx="228594" cy="165734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066773" y="5093024"/>
            <a:ext cx="1876476" cy="40575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Inter"/>
              </a:rPr>
              <a:t>NIST SP 800-90B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6773" y="5431586"/>
            <a:ext cx="2867645" cy="357277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8A92A8"/>
                </a:solidFill>
                <a:latin typeface="Inter"/>
              </a:rPr>
              <a:t>Entropy source assessment tools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210144" y="86676"/>
            <a:ext cx="247643" cy="224612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533986" y="-4488"/>
            <a:ext cx="4050468" cy="457048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73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dirty="0">
                <a:solidFill>
                  <a:srgbClr val="FFFFFF"/>
                </a:solidFill>
                <a:latin typeface="Space Grotesk"/>
              </a:rPr>
              <a:t>Sample Test Results (</a:t>
            </a:r>
            <a:r>
              <a:rPr sz="2400" b="1" dirty="0" err="1">
                <a:solidFill>
                  <a:srgbClr val="FFFFFF"/>
                </a:solidFill>
                <a:latin typeface="Space Grotesk"/>
              </a:rPr>
              <a:t>mt19937</a:t>
            </a:r>
            <a:r>
              <a:rPr sz="2400" b="1" dirty="0">
                <a:solidFill>
                  <a:srgbClr val="FFFFFF"/>
                </a:solidFill>
                <a:latin typeface="Space Grotesk"/>
              </a:rPr>
              <a:t>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10144" y="1352549"/>
            <a:ext cx="5371965" cy="6638924"/>
          </a:xfrm>
          <a:prstGeom prst="roundRect">
            <a:avLst>
              <a:gd name="adj" fmla="val 2836"/>
            </a:avLst>
          </a:prstGeom>
          <a:solidFill>
            <a:srgbClr val="22C55E">
              <a:alpha val="6000"/>
            </a:srgbClr>
          </a:solidFill>
          <a:ln w="1651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2" name="Rounded Rectangle 31"/>
          <p:cNvSpPr/>
          <p:nvPr/>
        </p:nvSpPr>
        <p:spPr>
          <a:xfrm>
            <a:off x="6381590" y="534445"/>
            <a:ext cx="2476438" cy="638175"/>
          </a:xfrm>
          <a:prstGeom prst="roundRect">
            <a:avLst>
              <a:gd name="adj" fmla="val 11940"/>
            </a:avLst>
          </a:prstGeom>
          <a:solidFill>
            <a:srgbClr val="22C55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3" name="TextBox 32"/>
          <p:cNvSpPr txBox="1"/>
          <p:nvPr/>
        </p:nvSpPr>
        <p:spPr>
          <a:xfrm>
            <a:off x="7193090" y="573580"/>
            <a:ext cx="853439" cy="33130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2C55E"/>
                </a:solidFill>
                <a:latin typeface="Inter"/>
              </a:rPr>
              <a:t>Birthdays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27132" y="831151"/>
            <a:ext cx="585353" cy="30194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Inter"/>
              </a:rPr>
              <a:t>PASSED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34226" y="534445"/>
            <a:ext cx="2476438" cy="638175"/>
          </a:xfrm>
          <a:prstGeom prst="roundRect">
            <a:avLst>
              <a:gd name="adj" fmla="val 11940"/>
            </a:avLst>
          </a:prstGeom>
          <a:solidFill>
            <a:srgbClr val="22C55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6" name="TextBox 35"/>
          <p:cNvSpPr txBox="1"/>
          <p:nvPr/>
        </p:nvSpPr>
        <p:spPr>
          <a:xfrm>
            <a:off x="9727322" y="573580"/>
            <a:ext cx="890245" cy="33130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2C55E"/>
                </a:solidFill>
                <a:latin typeface="Inter"/>
              </a:rPr>
              <a:t>Op Perm5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79768" y="831151"/>
            <a:ext cx="585353" cy="30194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Inter"/>
              </a:rPr>
              <a:t>PASSED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381590" y="1248821"/>
            <a:ext cx="2476438" cy="638175"/>
          </a:xfrm>
          <a:prstGeom prst="roundRect">
            <a:avLst>
              <a:gd name="adj" fmla="val 11940"/>
            </a:avLst>
          </a:prstGeom>
          <a:solidFill>
            <a:srgbClr val="22C55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9" name="TextBox 38"/>
          <p:cNvSpPr txBox="1"/>
          <p:nvPr/>
        </p:nvSpPr>
        <p:spPr>
          <a:xfrm>
            <a:off x="7116337" y="1287955"/>
            <a:ext cx="1006943" cy="33130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2C55E"/>
                </a:solidFill>
                <a:latin typeface="Inter"/>
              </a:rPr>
              <a:t>Rank 32x32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27132" y="1545526"/>
            <a:ext cx="585353" cy="30194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Inter"/>
              </a:rPr>
              <a:t>PASSED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934226" y="1248821"/>
            <a:ext cx="2476438" cy="638175"/>
          </a:xfrm>
          <a:prstGeom prst="roundRect">
            <a:avLst>
              <a:gd name="adj" fmla="val 11940"/>
            </a:avLst>
          </a:prstGeom>
          <a:solidFill>
            <a:srgbClr val="22C55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42" name="TextBox 41"/>
          <p:cNvSpPr txBox="1"/>
          <p:nvPr/>
        </p:nvSpPr>
        <p:spPr>
          <a:xfrm>
            <a:off x="9760344" y="1287955"/>
            <a:ext cx="824201" cy="33130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2C55E"/>
                </a:solidFill>
                <a:latin typeface="Inter"/>
              </a:rPr>
              <a:t>Rank 6x8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879768" y="1545526"/>
            <a:ext cx="585353" cy="30194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Inter"/>
              </a:rPr>
              <a:t>PASSED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381590" y="1963196"/>
            <a:ext cx="2476438" cy="638175"/>
          </a:xfrm>
          <a:prstGeom prst="roundRect">
            <a:avLst>
              <a:gd name="adj" fmla="val 11940"/>
            </a:avLst>
          </a:prstGeom>
          <a:solidFill>
            <a:srgbClr val="22C55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45" name="TextBox 44"/>
          <p:cNvSpPr txBox="1"/>
          <p:nvPr/>
        </p:nvSpPr>
        <p:spPr>
          <a:xfrm>
            <a:off x="7182445" y="2002330"/>
            <a:ext cx="874728" cy="33130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2C55E"/>
                </a:solidFill>
                <a:latin typeface="Inter"/>
              </a:rPr>
              <a:t>Bitstream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27132" y="2259901"/>
            <a:ext cx="585353" cy="30194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Inter"/>
              </a:rPr>
              <a:t>PASSED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934226" y="1963196"/>
            <a:ext cx="2476438" cy="638175"/>
          </a:xfrm>
          <a:prstGeom prst="roundRect">
            <a:avLst>
              <a:gd name="adj" fmla="val 11940"/>
            </a:avLst>
          </a:prstGeom>
          <a:solidFill>
            <a:srgbClr val="22C55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48" name="TextBox 47"/>
          <p:cNvSpPr txBox="1"/>
          <p:nvPr/>
        </p:nvSpPr>
        <p:spPr>
          <a:xfrm>
            <a:off x="9886180" y="2002330"/>
            <a:ext cx="572529" cy="33130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2C55E"/>
                </a:solidFill>
                <a:latin typeface="Inter"/>
              </a:rPr>
              <a:t>OPSO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879768" y="2259901"/>
            <a:ext cx="585353" cy="30194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Inter"/>
              </a:rPr>
              <a:t>PASSED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381590" y="2677570"/>
            <a:ext cx="2476438" cy="638175"/>
          </a:xfrm>
          <a:prstGeom prst="roundRect">
            <a:avLst>
              <a:gd name="adj" fmla="val 11940"/>
            </a:avLst>
          </a:prstGeom>
          <a:solidFill>
            <a:srgbClr val="22C55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51" name="TextBox 50"/>
          <p:cNvSpPr txBox="1"/>
          <p:nvPr/>
        </p:nvSpPr>
        <p:spPr>
          <a:xfrm>
            <a:off x="7319918" y="2716705"/>
            <a:ext cx="599781" cy="33130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2C55E"/>
                </a:solidFill>
                <a:latin typeface="Inter"/>
              </a:rPr>
              <a:t>OQSO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327132" y="2974276"/>
            <a:ext cx="585353" cy="30194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Inter"/>
              </a:rPr>
              <a:t>PASSED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934226" y="2677570"/>
            <a:ext cx="2476438" cy="638175"/>
          </a:xfrm>
          <a:prstGeom prst="roundRect">
            <a:avLst>
              <a:gd name="adj" fmla="val 11940"/>
            </a:avLst>
          </a:prstGeom>
          <a:solidFill>
            <a:srgbClr val="22C55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54" name="TextBox 53"/>
          <p:cNvSpPr txBox="1"/>
          <p:nvPr/>
        </p:nvSpPr>
        <p:spPr>
          <a:xfrm>
            <a:off x="9927859" y="2716705"/>
            <a:ext cx="489173" cy="33130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2C55E"/>
                </a:solidFill>
                <a:latin typeface="Inter"/>
              </a:rPr>
              <a:t>DNA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879768" y="2974276"/>
            <a:ext cx="585353" cy="30194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Inter"/>
              </a:rPr>
              <a:t>PASSED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381590" y="3391945"/>
            <a:ext cx="2476438" cy="638175"/>
          </a:xfrm>
          <a:prstGeom prst="roundRect">
            <a:avLst>
              <a:gd name="adj" fmla="val 11940"/>
            </a:avLst>
          </a:prstGeom>
          <a:solidFill>
            <a:srgbClr val="22C55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57" name="TextBox 56"/>
          <p:cNvSpPr txBox="1"/>
          <p:nvPr/>
        </p:nvSpPr>
        <p:spPr>
          <a:xfrm>
            <a:off x="7222168" y="3431080"/>
            <a:ext cx="795282" cy="33130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2C55E"/>
                </a:solidFill>
                <a:latin typeface="Inter"/>
              </a:rPr>
              <a:t>Count 1s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327132" y="3688651"/>
            <a:ext cx="585353" cy="30194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Inter"/>
              </a:rPr>
              <a:t>PASSED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934226" y="3391945"/>
            <a:ext cx="2476438" cy="638175"/>
          </a:xfrm>
          <a:prstGeom prst="roundRect">
            <a:avLst>
              <a:gd name="adj" fmla="val 11940"/>
            </a:avLst>
          </a:prstGeom>
          <a:solidFill>
            <a:srgbClr val="22C55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60" name="TextBox 59"/>
          <p:cNvSpPr txBox="1"/>
          <p:nvPr/>
        </p:nvSpPr>
        <p:spPr>
          <a:xfrm>
            <a:off x="9682759" y="3431080"/>
            <a:ext cx="979372" cy="33130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2C55E"/>
                </a:solidFill>
                <a:latin typeface="Inter"/>
              </a:rPr>
              <a:t>Parking Lot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79768" y="3688651"/>
            <a:ext cx="585353" cy="30194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Inter"/>
              </a:rPr>
              <a:t>PASSED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381590" y="4106320"/>
            <a:ext cx="2476438" cy="638175"/>
          </a:xfrm>
          <a:prstGeom prst="roundRect">
            <a:avLst>
              <a:gd name="adj" fmla="val 11940"/>
            </a:avLst>
          </a:prstGeom>
          <a:solidFill>
            <a:srgbClr val="22C55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63" name="TextBox 62"/>
          <p:cNvSpPr txBox="1"/>
          <p:nvPr/>
        </p:nvSpPr>
        <p:spPr>
          <a:xfrm>
            <a:off x="7022755" y="4145455"/>
            <a:ext cx="1194109" cy="33130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2C55E"/>
                </a:solidFill>
                <a:latin typeface="Inter"/>
              </a:rPr>
              <a:t>2D/3D Sphere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327132" y="4403026"/>
            <a:ext cx="585353" cy="30194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Inter"/>
              </a:rPr>
              <a:t>PASSED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934226" y="4106320"/>
            <a:ext cx="2476438" cy="638175"/>
          </a:xfrm>
          <a:prstGeom prst="roundRect">
            <a:avLst>
              <a:gd name="adj" fmla="val 11940"/>
            </a:avLst>
          </a:prstGeom>
          <a:solidFill>
            <a:srgbClr val="22C55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66" name="TextBox 65"/>
          <p:cNvSpPr txBox="1"/>
          <p:nvPr/>
        </p:nvSpPr>
        <p:spPr>
          <a:xfrm>
            <a:off x="9791731" y="4145455"/>
            <a:ext cx="761427" cy="33130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2C55E"/>
                </a:solidFill>
                <a:latin typeface="Inter"/>
              </a:rPr>
              <a:t>Squeeze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879768" y="4403026"/>
            <a:ext cx="585353" cy="30194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Inter"/>
              </a:rPr>
              <a:t>PASSED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381590" y="4820695"/>
            <a:ext cx="2476438" cy="638175"/>
          </a:xfrm>
          <a:prstGeom prst="roundRect">
            <a:avLst>
              <a:gd name="adj" fmla="val 11940"/>
            </a:avLst>
          </a:prstGeom>
          <a:solidFill>
            <a:srgbClr val="22C55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69" name="TextBox 68"/>
          <p:cNvSpPr txBox="1"/>
          <p:nvPr/>
        </p:nvSpPr>
        <p:spPr>
          <a:xfrm>
            <a:off x="7346368" y="4859830"/>
            <a:ext cx="546881" cy="33130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2C55E"/>
                </a:solidFill>
                <a:latin typeface="Inter"/>
              </a:rPr>
              <a:t>Sums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27132" y="5117401"/>
            <a:ext cx="585353" cy="30194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Inter"/>
              </a:rPr>
              <a:t>PASSED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8934226" y="4820695"/>
            <a:ext cx="2476438" cy="638175"/>
          </a:xfrm>
          <a:prstGeom prst="roundRect">
            <a:avLst>
              <a:gd name="adj" fmla="val 11940"/>
            </a:avLst>
          </a:prstGeom>
          <a:solidFill>
            <a:srgbClr val="22C55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72" name="TextBox 71"/>
          <p:cNvSpPr txBox="1"/>
          <p:nvPr/>
        </p:nvSpPr>
        <p:spPr>
          <a:xfrm>
            <a:off x="9915836" y="4859830"/>
            <a:ext cx="513218" cy="33130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2C55E"/>
                </a:solidFill>
                <a:latin typeface="Inter"/>
              </a:rPr>
              <a:t>Runs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879768" y="5117401"/>
            <a:ext cx="585353" cy="30194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Inter"/>
              </a:rPr>
              <a:t>PASSED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6381590" y="5535070"/>
            <a:ext cx="2476438" cy="638175"/>
          </a:xfrm>
          <a:prstGeom prst="roundRect">
            <a:avLst>
              <a:gd name="adj" fmla="val 11940"/>
            </a:avLst>
          </a:prstGeom>
          <a:solidFill>
            <a:srgbClr val="22C55E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75" name="TextBox 74"/>
          <p:cNvSpPr txBox="1"/>
          <p:nvPr/>
        </p:nvSpPr>
        <p:spPr>
          <a:xfrm>
            <a:off x="7384840" y="5574205"/>
            <a:ext cx="469937" cy="33130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2C55E"/>
                </a:solidFill>
                <a:latin typeface="Inter"/>
              </a:rPr>
              <a:t>GCD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327132" y="5831776"/>
            <a:ext cx="585353" cy="30194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Inter"/>
              </a:rPr>
              <a:t>PASSED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8934226" y="5535070"/>
            <a:ext cx="2476438" cy="638175"/>
          </a:xfrm>
          <a:prstGeom prst="roundRect">
            <a:avLst>
              <a:gd name="adj" fmla="val 11940"/>
            </a:avLst>
          </a:prstGeom>
          <a:solidFill>
            <a:srgbClr val="EAB308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78" name="TextBox 77"/>
          <p:cNvSpPr txBox="1"/>
          <p:nvPr/>
        </p:nvSpPr>
        <p:spPr>
          <a:xfrm>
            <a:off x="9893426" y="5574205"/>
            <a:ext cx="558038" cy="33130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AB308"/>
                </a:solidFill>
                <a:latin typeface="Inter"/>
              </a:rPr>
              <a:t>Craps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923851" y="5831776"/>
            <a:ext cx="497188" cy="30194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Inter"/>
              </a:rPr>
              <a:t>WEAK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6381590" y="6287546"/>
            <a:ext cx="5029074" cy="542925"/>
          </a:xfrm>
          <a:prstGeom prst="roundRect">
            <a:avLst>
              <a:gd name="adj" fmla="val 28070"/>
            </a:avLst>
          </a:prstGeom>
          <a:solidFill>
            <a:srgbClr val="22C55E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81" name="TextBox 80"/>
          <p:cNvSpPr txBox="1"/>
          <p:nvPr/>
        </p:nvSpPr>
        <p:spPr>
          <a:xfrm>
            <a:off x="7730455" y="6368956"/>
            <a:ext cx="2331344" cy="38010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2145"/>
              </a:lnSpc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22C55E"/>
                </a:solidFill>
                <a:latin typeface="Inter"/>
              </a:rPr>
              <a:t>All Major Tests PASSED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09625"/>
          </a:xfrm>
          <a:prstGeom prst="rect">
            <a:avLst/>
          </a:prstGeom>
          <a:solidFill>
            <a:srgbClr val="00D4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TextBox 2"/>
          <p:cNvSpPr txBox="1"/>
          <p:nvPr/>
        </p:nvSpPr>
        <p:spPr>
          <a:xfrm>
            <a:off x="609584" y="117184"/>
            <a:ext cx="2379113" cy="565732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>
              <a:lnSpc>
                <a:spcPts val="3900"/>
              </a:lnSpc>
            </a:pPr>
            <a:r>
              <a:rPr lang="en-US" sz="2400" b="1" dirty="0">
                <a:solidFill>
                  <a:schemeClr val="bg1"/>
                </a:solidFill>
                <a:latin typeface="Menlo" panose="020B0609030804020204" pitchFamily="49" charset="0"/>
              </a:rPr>
              <a:t>Useful Links</a:t>
            </a:r>
            <a:endParaRPr sz="2392" b="1" dirty="0">
              <a:solidFill>
                <a:srgbClr val="FFFFFF"/>
              </a:solidFill>
              <a:latin typeface="Space Grotesk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9840C30-7B45-C288-3018-5068157CE3BE}"/>
              </a:ext>
            </a:extLst>
          </p:cNvPr>
          <p:cNvSpPr txBox="1"/>
          <p:nvPr/>
        </p:nvSpPr>
        <p:spPr>
          <a:xfrm>
            <a:off x="609583" y="858482"/>
            <a:ext cx="11253865" cy="63989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350"/>
              </a:lnSpc>
              <a:buNone/>
            </a:pPr>
            <a:r>
              <a:rPr lang="en-US" sz="20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- Entropy Test (</a:t>
            </a:r>
            <a:r>
              <a:rPr lang="en-US" sz="2000" b="1" dirty="0" err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ent</a:t>
            </a:r>
            <a:r>
              <a:rPr lang="en-US" sz="20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 </a:t>
            </a:r>
          </a:p>
          <a:p>
            <a:pPr>
              <a:lnSpc>
                <a:spcPts val="1350"/>
              </a:lnSpc>
              <a:buNone/>
            </a:pPr>
            <a:endParaRPr lang="en-US" sz="200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lvl="1">
              <a:lnSpc>
                <a:spcPts val="1350"/>
              </a:lnSpc>
            </a:pPr>
            <a:r>
              <a:rPr lang="en-US" u="sng" dirty="0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https://</a:t>
            </a:r>
            <a:r>
              <a:rPr lang="en-US" u="sng" dirty="0" err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www.fourmilab.ch</a:t>
            </a:r>
            <a:r>
              <a:rPr lang="en-US" u="sng" dirty="0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/random/</a:t>
            </a:r>
          </a:p>
          <a:p>
            <a:pPr lvl="1">
              <a:lnSpc>
                <a:spcPts val="1350"/>
              </a:lnSpc>
            </a:pPr>
            <a:endParaRPr lang="en-US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lvl="1">
              <a:lnSpc>
                <a:spcPts val="1350"/>
              </a:lnSpc>
            </a:pPr>
            <a:r>
              <a:rPr lang="en-US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Usage: dd if=/dev/random  count=8192 | </a:t>
            </a:r>
            <a:r>
              <a:rPr lang="en-US" dirty="0" err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ent</a:t>
            </a:r>
            <a:endParaRPr lang="en-US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ts val="1350"/>
              </a:lnSpc>
              <a:buNone/>
            </a:pPr>
            <a:endParaRPr lang="en-US" sz="2000" b="0" dirty="0">
              <a:solidFill>
                <a:schemeClr val="bg1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ts val="1350"/>
              </a:lnSpc>
              <a:buNone/>
            </a:pPr>
            <a:br>
              <a:rPr lang="en-US" sz="2000" b="0" dirty="0">
                <a:solidFill>
                  <a:schemeClr val="bg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</a:br>
            <a:endParaRPr lang="en-US" sz="2000" b="0" dirty="0">
              <a:solidFill>
                <a:schemeClr val="bg1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sz="2000" b="1" dirty="0">
                <a:solidFill>
                  <a:schemeClr val="bg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- NIST-Statistical-Test-Suite </a:t>
            </a:r>
            <a:endParaRPr lang="en-US" sz="2000" b="0" dirty="0">
              <a:solidFill>
                <a:schemeClr val="bg1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ts val="1350"/>
              </a:lnSpc>
              <a:buNone/>
            </a:pPr>
            <a:endParaRPr lang="en-US" sz="2000" b="0" u="sng" dirty="0">
              <a:solidFill>
                <a:schemeClr val="accent1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lvl="1">
              <a:lnSpc>
                <a:spcPts val="1350"/>
              </a:lnSpc>
            </a:pPr>
            <a:r>
              <a:rPr lang="en-US" b="0" u="sng" dirty="0">
                <a:solidFill>
                  <a:schemeClr val="accent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https://</a:t>
            </a:r>
            <a:r>
              <a:rPr lang="en-US" b="0" u="sng" dirty="0" err="1">
                <a:solidFill>
                  <a:schemeClr val="accent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csrc.nist.gov</a:t>
            </a:r>
            <a:r>
              <a:rPr lang="en-US" b="0" u="sng" dirty="0">
                <a:solidFill>
                  <a:schemeClr val="accent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/Projects/random-bit-generation/Documentation-and-Software/Guide-to-the-Statistical-Tests</a:t>
            </a:r>
            <a:endParaRPr lang="en-US" b="0" dirty="0">
              <a:solidFill>
                <a:schemeClr val="accent1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lvl="1">
              <a:lnSpc>
                <a:spcPts val="1350"/>
              </a:lnSpc>
            </a:pPr>
            <a:endParaRPr lang="en-US" b="0" u="sng" dirty="0">
              <a:solidFill>
                <a:schemeClr val="accent1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lvl="1">
              <a:lnSpc>
                <a:spcPts val="1350"/>
              </a:lnSpc>
            </a:pPr>
            <a:r>
              <a:rPr lang="en-US" b="0" u="sng" dirty="0">
                <a:solidFill>
                  <a:schemeClr val="accent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https://</a:t>
            </a:r>
            <a:r>
              <a:rPr lang="en-US" b="0" u="sng" dirty="0" err="1">
                <a:solidFill>
                  <a:schemeClr val="accent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github.com</a:t>
            </a:r>
            <a:r>
              <a:rPr lang="en-US" b="0" u="sng" dirty="0">
                <a:solidFill>
                  <a:schemeClr val="accent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/</a:t>
            </a:r>
            <a:r>
              <a:rPr lang="en-US" b="0" u="sng" dirty="0" err="1">
                <a:solidFill>
                  <a:schemeClr val="accent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terrillmoore</a:t>
            </a:r>
            <a:r>
              <a:rPr lang="en-US" b="0" u="sng" dirty="0">
                <a:solidFill>
                  <a:schemeClr val="accent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/NIST-Statistical-Test-Suite</a:t>
            </a:r>
          </a:p>
          <a:p>
            <a:pPr>
              <a:lnSpc>
                <a:spcPts val="1350"/>
              </a:lnSpc>
              <a:buNone/>
            </a:pPr>
            <a:br>
              <a:rPr lang="en-US" sz="2000" b="0" dirty="0">
                <a:solidFill>
                  <a:schemeClr val="bg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</a:br>
            <a:endParaRPr lang="en-US" sz="2000" b="0" dirty="0">
              <a:solidFill>
                <a:schemeClr val="bg1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sz="2000" b="1" dirty="0">
                <a:solidFill>
                  <a:schemeClr val="bg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- </a:t>
            </a:r>
            <a:r>
              <a:rPr lang="en-US" sz="2000" b="1" dirty="0" err="1">
                <a:solidFill>
                  <a:schemeClr val="bg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Dieharder</a:t>
            </a:r>
            <a:r>
              <a:rPr lang="en-US" sz="2000" b="1" dirty="0">
                <a:solidFill>
                  <a:schemeClr val="bg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- Robert G. Brown</a:t>
            </a:r>
            <a:endParaRPr lang="en-US" sz="2000" b="0" dirty="0">
              <a:solidFill>
                <a:schemeClr val="bg1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ts val="1350"/>
              </a:lnSpc>
              <a:buNone/>
            </a:pPr>
            <a:endParaRPr lang="en-US" sz="2000" b="0" u="sng" dirty="0">
              <a:solidFill>
                <a:schemeClr val="accent1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lvl="1">
              <a:lnSpc>
                <a:spcPts val="1350"/>
              </a:lnSpc>
            </a:pPr>
            <a:r>
              <a:rPr lang="en-US" b="0" u="sng" dirty="0">
                <a:solidFill>
                  <a:schemeClr val="accent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https://</a:t>
            </a:r>
            <a:r>
              <a:rPr lang="en-US" b="0" u="sng" dirty="0" err="1">
                <a:solidFill>
                  <a:schemeClr val="accent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webhome.phy.duke.edu</a:t>
            </a:r>
            <a:r>
              <a:rPr lang="en-US" b="0" u="sng" dirty="0">
                <a:solidFill>
                  <a:schemeClr val="accent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/~</a:t>
            </a:r>
            <a:r>
              <a:rPr lang="en-US" b="0" u="sng" dirty="0" err="1">
                <a:solidFill>
                  <a:schemeClr val="accent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rgb</a:t>
            </a:r>
            <a:r>
              <a:rPr lang="en-US" b="0" u="sng" dirty="0">
                <a:solidFill>
                  <a:schemeClr val="accent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/General/</a:t>
            </a:r>
            <a:r>
              <a:rPr lang="en-US" b="0" u="sng" dirty="0" err="1">
                <a:solidFill>
                  <a:schemeClr val="accent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dieharder.php</a:t>
            </a:r>
            <a:endParaRPr lang="en-US" b="0" u="sng" dirty="0">
              <a:solidFill>
                <a:schemeClr val="accent1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lvl="1">
              <a:lnSpc>
                <a:spcPts val="1350"/>
              </a:lnSpc>
            </a:pPr>
            <a:endParaRPr lang="en-US" b="0" u="sng" dirty="0">
              <a:solidFill>
                <a:schemeClr val="accent1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lvl="1">
              <a:lnSpc>
                <a:spcPts val="1350"/>
              </a:lnSpc>
            </a:pPr>
            <a:r>
              <a:rPr lang="en-US" b="0" u="sng" dirty="0">
                <a:solidFill>
                  <a:schemeClr val="accent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https://</a:t>
            </a:r>
            <a:r>
              <a:rPr lang="en-US" b="0" u="sng" dirty="0" err="1">
                <a:solidFill>
                  <a:schemeClr val="accent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github.com</a:t>
            </a:r>
            <a:r>
              <a:rPr lang="en-US" b="0" u="sng" dirty="0">
                <a:solidFill>
                  <a:schemeClr val="accent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/</a:t>
            </a:r>
            <a:r>
              <a:rPr lang="en-US" b="0" u="sng" dirty="0" err="1">
                <a:solidFill>
                  <a:schemeClr val="accent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seehuhn</a:t>
            </a:r>
            <a:r>
              <a:rPr lang="en-US" b="0" u="sng" dirty="0">
                <a:solidFill>
                  <a:schemeClr val="accent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/</a:t>
            </a:r>
            <a:r>
              <a:rPr lang="en-US" b="0" u="sng" dirty="0" err="1">
                <a:solidFill>
                  <a:schemeClr val="accent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dieharder</a:t>
            </a:r>
            <a:endParaRPr lang="en-US" b="0" u="sng" dirty="0">
              <a:solidFill>
                <a:schemeClr val="accent1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lvl="1">
              <a:lnSpc>
                <a:spcPts val="1350"/>
              </a:lnSpc>
            </a:pPr>
            <a:endParaRPr lang="en-US" b="0" u="sng" dirty="0">
              <a:solidFill>
                <a:schemeClr val="accent1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lvl="1">
              <a:lnSpc>
                <a:spcPts val="1350"/>
              </a:lnSpc>
            </a:pPr>
            <a:r>
              <a:rPr lang="en-US" b="0" dirty="0">
                <a:solidFill>
                  <a:schemeClr val="bg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Usage: dd if=/dev/random  count=8192 | </a:t>
            </a:r>
            <a:r>
              <a:rPr lang="en-US" b="0" dirty="0" err="1">
                <a:solidFill>
                  <a:schemeClr val="bg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dieharder</a:t>
            </a:r>
            <a:r>
              <a:rPr lang="en-US" b="0" dirty="0">
                <a:solidFill>
                  <a:schemeClr val="bg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-a </a:t>
            </a:r>
          </a:p>
          <a:p>
            <a:pPr>
              <a:lnSpc>
                <a:spcPts val="1350"/>
              </a:lnSpc>
              <a:buNone/>
            </a:pPr>
            <a:br>
              <a:rPr lang="en-US" sz="2000" b="0" dirty="0">
                <a:solidFill>
                  <a:schemeClr val="bg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</a:br>
            <a:endParaRPr lang="en-US" sz="2000" b="0" dirty="0">
              <a:solidFill>
                <a:schemeClr val="bg1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sz="2000" b="1" dirty="0">
                <a:solidFill>
                  <a:schemeClr val="bg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- RANDOM.ORG offers true random numbers to anyone on the Internet</a:t>
            </a:r>
            <a:endParaRPr lang="en-US" sz="2000" b="0" dirty="0">
              <a:solidFill>
                <a:schemeClr val="bg1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ts val="1350"/>
              </a:lnSpc>
              <a:buNone/>
            </a:pPr>
            <a:endParaRPr lang="en-US" sz="2000" b="0" u="sng" dirty="0">
              <a:solidFill>
                <a:schemeClr val="accent1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lvl="1">
              <a:lnSpc>
                <a:spcPts val="1350"/>
              </a:lnSpc>
            </a:pPr>
            <a:r>
              <a:rPr lang="en-US" b="0" u="sng" dirty="0">
                <a:solidFill>
                  <a:schemeClr val="accent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https://</a:t>
            </a:r>
            <a:r>
              <a:rPr lang="en-US" b="0" u="sng" dirty="0" err="1">
                <a:solidFill>
                  <a:schemeClr val="accent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www.random.org</a:t>
            </a:r>
            <a:r>
              <a:rPr lang="en-US" b="0" u="sng" dirty="0">
                <a:solidFill>
                  <a:schemeClr val="accent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/</a:t>
            </a:r>
          </a:p>
          <a:p>
            <a:pPr>
              <a:lnSpc>
                <a:spcPts val="1350"/>
              </a:lnSpc>
              <a:buNone/>
            </a:pPr>
            <a:br>
              <a:rPr lang="en-US" sz="2000" b="0" dirty="0">
                <a:solidFill>
                  <a:schemeClr val="bg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</a:br>
            <a:endParaRPr lang="en-US" sz="2000" b="0" dirty="0">
              <a:solidFill>
                <a:schemeClr val="bg1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US" sz="2000" b="1" dirty="0">
                <a:solidFill>
                  <a:schemeClr val="bg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- DIY - Build your own TRNG</a:t>
            </a:r>
            <a:endParaRPr lang="en-US" sz="2000" b="0" dirty="0">
              <a:solidFill>
                <a:schemeClr val="bg1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ts val="1350"/>
              </a:lnSpc>
              <a:buNone/>
            </a:pPr>
            <a:endParaRPr lang="en-US" sz="2000" b="0" u="sng" dirty="0">
              <a:solidFill>
                <a:schemeClr val="accent1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lvl="1">
              <a:lnSpc>
                <a:spcPts val="1350"/>
              </a:lnSpc>
            </a:pPr>
            <a:r>
              <a:rPr lang="en-US" b="0" u="sng" dirty="0">
                <a:solidFill>
                  <a:schemeClr val="accent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http://</a:t>
            </a:r>
            <a:r>
              <a:rPr lang="en-US" b="0" u="sng" dirty="0" err="1">
                <a:solidFill>
                  <a:schemeClr val="accent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www.reallyreallyrandom.com</a:t>
            </a:r>
            <a:r>
              <a:rPr lang="en-US" b="0" u="sng" dirty="0">
                <a:solidFill>
                  <a:schemeClr val="accent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/</a:t>
            </a:r>
            <a:r>
              <a:rPr lang="en-US" b="0" u="sng" dirty="0" err="1">
                <a:solidFill>
                  <a:schemeClr val="accent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index.html</a:t>
            </a:r>
            <a:endParaRPr lang="en-US" b="0" u="sng" dirty="0">
              <a:solidFill>
                <a:schemeClr val="accent1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ts val="1350"/>
              </a:lnSpc>
              <a:buNone/>
            </a:pPr>
            <a:br>
              <a:rPr lang="en-US" sz="2000" b="0" dirty="0">
                <a:solidFill>
                  <a:schemeClr val="bg1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</a:br>
            <a:endParaRPr lang="en-US" sz="2000" b="0" dirty="0">
              <a:solidFill>
                <a:schemeClr val="bg1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137</TotalTime>
  <Words>1030</Words>
  <Application>Microsoft Macintosh PowerPoint</Application>
  <PresentationFormat>Widescreen</PresentationFormat>
  <Paragraphs>221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Arial</vt:lpstr>
      <vt:lpstr>Calibri</vt:lpstr>
      <vt:lpstr>Inter</vt:lpstr>
      <vt:lpstr>Menlo</vt:lpstr>
      <vt:lpstr>Space Grotesk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Sameh Saeed</cp:lastModifiedBy>
  <cp:revision>29</cp:revision>
  <dcterms:created xsi:type="dcterms:W3CDTF">2013-01-27T09:14:16Z</dcterms:created>
  <dcterms:modified xsi:type="dcterms:W3CDTF">2026-03-05T20:35:01Z</dcterms:modified>
  <cp:category/>
</cp:coreProperties>
</file>